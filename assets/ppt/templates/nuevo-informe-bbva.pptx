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3" r:id="rId4"/>
    <p:sldMasterId id="2147483724" r:id="rId5"/>
    <p:sldMasterId id="2147483725" r:id="rId6"/>
    <p:sldMasterId id="2147483726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Lato Light"/>
      <p:regular r:id="rId29"/>
      <p:bold r:id="rId30"/>
      <p:italic r:id="rId31"/>
      <p:boldItalic r:id="rId32"/>
    </p:embeddedFont>
    <p:embeddedFont>
      <p:font typeface="Lato Black"/>
      <p:bold r:id="rId33"/>
      <p:boldItalic r:id="rId34"/>
    </p:embeddedFont>
    <p:embeddedFont>
      <p:font typeface="Source Serif 4 Black"/>
      <p:bold r:id="rId35"/>
      <p:boldItalic r:id="rId36"/>
    </p:embeddedFont>
    <p:embeddedFont>
      <p:font typeface="Source Serif 4 Light"/>
      <p:regular r:id="rId37"/>
      <p:bold r:id="rId38"/>
      <p:italic r:id="rId39"/>
      <p:boldItalic r:id="rId40"/>
    </p:embeddedFont>
    <p:embeddedFont>
      <p:font typeface="Source Serif 4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CD4136-1488-480C-921F-EF382FB51B2E}">
  <a:tblStyle styleId="{F9CD4136-1488-480C-921F-EF382FB51B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Serif4Light-boldItalic.fntdata"/><Relationship Id="rId20" Type="http://schemas.openxmlformats.org/officeDocument/2006/relationships/slide" Target="slides/slide12.xml"/><Relationship Id="rId42" Type="http://schemas.openxmlformats.org/officeDocument/2006/relationships/font" Target="fonts/SourceSerif4-bold.fntdata"/><Relationship Id="rId41" Type="http://schemas.openxmlformats.org/officeDocument/2006/relationships/font" Target="fonts/SourceSerif4-regular.fntdata"/><Relationship Id="rId22" Type="http://schemas.openxmlformats.org/officeDocument/2006/relationships/font" Target="fonts/Roboto-bold.fntdata"/><Relationship Id="rId44" Type="http://schemas.openxmlformats.org/officeDocument/2006/relationships/font" Target="fonts/SourceSerif4-boldItalic.fntdata"/><Relationship Id="rId21" Type="http://schemas.openxmlformats.org/officeDocument/2006/relationships/font" Target="fonts/Roboto-regular.fntdata"/><Relationship Id="rId43" Type="http://schemas.openxmlformats.org/officeDocument/2006/relationships/font" Target="fonts/SourceSerif4-italic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LatoLight-regular.fntdata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font" Target="fonts/LatoLight-italic.fntdata"/><Relationship Id="rId30" Type="http://schemas.openxmlformats.org/officeDocument/2006/relationships/font" Target="fonts/LatoLight-bold.fntdata"/><Relationship Id="rId11" Type="http://schemas.openxmlformats.org/officeDocument/2006/relationships/slide" Target="slides/slide3.xml"/><Relationship Id="rId33" Type="http://schemas.openxmlformats.org/officeDocument/2006/relationships/font" Target="fonts/LatoBlack-bold.fntdata"/><Relationship Id="rId10" Type="http://schemas.openxmlformats.org/officeDocument/2006/relationships/slide" Target="slides/slide2.xml"/><Relationship Id="rId32" Type="http://schemas.openxmlformats.org/officeDocument/2006/relationships/font" Target="fonts/LatoLight-boldItalic.fntdata"/><Relationship Id="rId13" Type="http://schemas.openxmlformats.org/officeDocument/2006/relationships/slide" Target="slides/slide5.xml"/><Relationship Id="rId35" Type="http://schemas.openxmlformats.org/officeDocument/2006/relationships/font" Target="fonts/SourceSerif4Black-bold.fntdata"/><Relationship Id="rId12" Type="http://schemas.openxmlformats.org/officeDocument/2006/relationships/slide" Target="slides/slide4.xml"/><Relationship Id="rId34" Type="http://schemas.openxmlformats.org/officeDocument/2006/relationships/font" Target="fonts/LatoBlack-boldItalic.fntdata"/><Relationship Id="rId15" Type="http://schemas.openxmlformats.org/officeDocument/2006/relationships/slide" Target="slides/slide7.xml"/><Relationship Id="rId37" Type="http://schemas.openxmlformats.org/officeDocument/2006/relationships/font" Target="fonts/SourceSerif4Light-regular.fntdata"/><Relationship Id="rId14" Type="http://schemas.openxmlformats.org/officeDocument/2006/relationships/slide" Target="slides/slide6.xml"/><Relationship Id="rId36" Type="http://schemas.openxmlformats.org/officeDocument/2006/relationships/font" Target="fonts/SourceSerif4Black-boldItalic.fntdata"/><Relationship Id="rId17" Type="http://schemas.openxmlformats.org/officeDocument/2006/relationships/slide" Target="slides/slide9.xml"/><Relationship Id="rId39" Type="http://schemas.openxmlformats.org/officeDocument/2006/relationships/font" Target="fonts/SourceSerif4Light-italic.fntdata"/><Relationship Id="rId16" Type="http://schemas.openxmlformats.org/officeDocument/2006/relationships/slide" Target="slides/slide8.xml"/><Relationship Id="rId38" Type="http://schemas.openxmlformats.org/officeDocument/2006/relationships/font" Target="fonts/SourceSerif4Light-bold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SLIDES_API5934685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SLIDES_API5934685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SLIDES_API59346851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SLIDES_API59346851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SLIDES_API59346851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SLIDES_API59346851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SLIDES_API59346851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SLIDES_API593468513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SLIDES_API593468513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SLIDES_API59346851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SLIDES_API59346851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SLIDES_API59346851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SLIDES_API593468513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SLIDES_API593468513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SLIDES_API593468513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SLIDES_API593468513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SLIDES_API593468513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SLIDES_API593468513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SLIDES_API593468513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SLIDES_API593468513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SLIDES_API593468513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SLIDES_API593468513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SLIDES_API593468513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SLIDES_API593468513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jp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2.jp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logo y mosca">
  <p:cSld name="CUSTOM_2_2_1">
    <p:bg>
      <p:bgPr>
        <a:solidFill>
          <a:srgbClr val="F7F8F8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 title="Technology_RGB.png"/>
          <p:cNvPicPr preferRelativeResize="0"/>
          <p:nvPr/>
        </p:nvPicPr>
        <p:blipFill rotWithShape="1">
          <a:blip r:embed="rId2">
            <a:alphaModFix/>
          </a:blip>
          <a:srcRect b="32716" l="-18436" r="-12780" t="-78637"/>
          <a:stretch/>
        </p:blipFill>
        <p:spPr>
          <a:xfrm>
            <a:off x="8263200" y="215975"/>
            <a:ext cx="584676" cy="23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 txBox="1"/>
          <p:nvPr>
            <p:ph type="title"/>
          </p:nvPr>
        </p:nvSpPr>
        <p:spPr>
          <a:xfrm>
            <a:off x="341150" y="783529"/>
            <a:ext cx="6709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9" name="Google Shape;9;p2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logo y sin mosca">
  <p:cSld name="CUSTOM_2_2_1_2">
    <p:bg>
      <p:bgPr>
        <a:solidFill>
          <a:srgbClr val="F7F8F8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341150" y="226650"/>
            <a:ext cx="6703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2" name="Google Shape;12;p3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" name="Google Shape;13;p3" title="Technology_RGB.png"/>
          <p:cNvPicPr preferRelativeResize="0"/>
          <p:nvPr/>
        </p:nvPicPr>
        <p:blipFill rotWithShape="1">
          <a:blip r:embed="rId2">
            <a:alphaModFix/>
          </a:blip>
          <a:srcRect b="32716" l="-18436" r="-12780" t="-78637"/>
          <a:stretch/>
        </p:blipFill>
        <p:spPr>
          <a:xfrm>
            <a:off x="8263200" y="215975"/>
            <a:ext cx="584676" cy="2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 logo y con mosca">
  <p:cSld name="CUSTOM_2_2_1_1">
    <p:bg>
      <p:bgPr>
        <a:solidFill>
          <a:srgbClr val="F7F8F8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Google Shape;16;p4"/>
          <p:cNvSpPr txBox="1"/>
          <p:nvPr>
            <p:ph type="title"/>
          </p:nvPr>
        </p:nvSpPr>
        <p:spPr>
          <a:xfrm>
            <a:off x="342000" y="784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 logo y sin mosca">
  <p:cSld name="CUSTOM_2_2_1_1_1">
    <p:bg>
      <p:bgPr>
        <a:solidFill>
          <a:srgbClr val="F7F8F8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19;p5"/>
          <p:cNvSpPr txBox="1"/>
          <p:nvPr>
            <p:ph type="title"/>
          </p:nvPr>
        </p:nvSpPr>
        <p:spPr>
          <a:xfrm>
            <a:off x="342000" y="226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imagen">
  <p:cSld name="CUSTOM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/>
          <p:nvPr>
            <p:ph idx="2" type="pic"/>
          </p:nvPr>
        </p:nvSpPr>
        <p:spPr>
          <a:xfrm>
            <a:off x="75" y="-5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">
  <p:cSld name="Título y objetos_1_1">
    <p:bg>
      <p:bgPr>
        <a:solidFill>
          <a:schemeClr val="dk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334525" y="3026821"/>
            <a:ext cx="84750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24" name="Google Shape;24;p7" title="Technology_RGB_white.png"/>
          <p:cNvPicPr preferRelativeResize="0"/>
          <p:nvPr/>
        </p:nvPicPr>
        <p:blipFill rotWithShape="1">
          <a:blip r:embed="rId2">
            <a:alphaModFix/>
          </a:blip>
          <a:srcRect b="-5214" l="0" r="0" t="-4785"/>
          <a:stretch/>
        </p:blipFill>
        <p:spPr>
          <a:xfrm>
            <a:off x="344875" y="273775"/>
            <a:ext cx="722575" cy="29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7"/>
          <p:cNvSpPr txBox="1"/>
          <p:nvPr>
            <p:ph idx="1" type="subTitle"/>
          </p:nvPr>
        </p:nvSpPr>
        <p:spPr>
          <a:xfrm>
            <a:off x="339854" y="2652147"/>
            <a:ext cx="38631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  con micro">
  <p:cSld name="Título y objetos_1_1_3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334525" y="2139598"/>
            <a:ext cx="56811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Source Serif 4"/>
              <a:buNone/>
              <a:defRPr b="1" sz="72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8" name="Google Shape;28;p8"/>
          <p:cNvSpPr txBox="1"/>
          <p:nvPr>
            <p:ph idx="1" type="subTitle"/>
          </p:nvPr>
        </p:nvSpPr>
        <p:spPr>
          <a:xfrm>
            <a:off x="348425" y="1798700"/>
            <a:ext cx="4421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" name="Google Shape;29;p8" title="Technology_RGB_white.png"/>
          <p:cNvPicPr preferRelativeResize="0"/>
          <p:nvPr/>
        </p:nvPicPr>
        <p:blipFill rotWithShape="1">
          <a:blip r:embed="rId2">
            <a:alphaModFix/>
          </a:blip>
          <a:srcRect b="-5214" l="0" r="0" t="-4785"/>
          <a:stretch/>
        </p:blipFill>
        <p:spPr>
          <a:xfrm>
            <a:off x="344875" y="273775"/>
            <a:ext cx="722575" cy="2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 con Foto">
  <p:cSld name="Título y objetos_1_1_2">
    <p:bg>
      <p:bgPr>
        <a:solidFill>
          <a:schemeClr val="dk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/>
          <p:nvPr>
            <p:ph idx="2" type="pic"/>
          </p:nvPr>
        </p:nvSpPr>
        <p:spPr>
          <a:xfrm>
            <a:off x="4970225" y="344875"/>
            <a:ext cx="3839100" cy="4462800"/>
          </a:xfrm>
          <a:prstGeom prst="roundRect">
            <a:avLst>
              <a:gd fmla="val 3752" name="adj"/>
            </a:avLst>
          </a:prstGeom>
          <a:noFill/>
          <a:ln>
            <a:noFill/>
          </a:ln>
        </p:spPr>
      </p:sp>
      <p:sp>
        <p:nvSpPr>
          <p:cNvPr id="32" name="Google Shape;32;p9"/>
          <p:cNvSpPr txBox="1"/>
          <p:nvPr>
            <p:ph type="title"/>
          </p:nvPr>
        </p:nvSpPr>
        <p:spPr>
          <a:xfrm>
            <a:off x="334525" y="1117095"/>
            <a:ext cx="39057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1pPr>
            <a:lvl2pPr lvl="1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34" name="Google Shape;34;p9"/>
          <p:cNvCxnSpPr/>
          <p:nvPr/>
        </p:nvCxnSpPr>
        <p:spPr>
          <a:xfrm>
            <a:off x="4462650" y="343950"/>
            <a:ext cx="0" cy="4429200"/>
          </a:xfrm>
          <a:prstGeom prst="straightConnector1">
            <a:avLst/>
          </a:prstGeom>
          <a:noFill/>
          <a:ln cap="flat" cmpd="sng" w="9525">
            <a:solidFill>
              <a:srgbClr val="ADB8C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346425" y="4150050"/>
            <a:ext cx="3620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6" name="Google Shape;36;p9" title="Technology_RGB_white.png"/>
          <p:cNvPicPr preferRelativeResize="0"/>
          <p:nvPr/>
        </p:nvPicPr>
        <p:blipFill rotWithShape="1">
          <a:blip r:embed="rId2">
            <a:alphaModFix/>
          </a:blip>
          <a:srcRect b="-5214" l="0" r="0" t="-4785"/>
          <a:stretch/>
        </p:blipFill>
        <p:spPr>
          <a:xfrm>
            <a:off x="344875" y="273775"/>
            <a:ext cx="722575" cy="2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Sand">
  <p:cSld name="Título y objetos_1_1_1">
    <p:bg>
      <p:bgPr>
        <a:solidFill>
          <a:schemeClr val="lt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0" title="Technology_RGB.png"/>
          <p:cNvPicPr preferRelativeResize="0"/>
          <p:nvPr/>
        </p:nvPicPr>
        <p:blipFill rotWithShape="1">
          <a:blip r:embed="rId2">
            <a:alphaModFix/>
          </a:blip>
          <a:srcRect b="-41191" l="-10094" r="-18325" t="-18095"/>
          <a:stretch/>
        </p:blipFill>
        <p:spPr>
          <a:xfrm>
            <a:off x="271975" y="239975"/>
            <a:ext cx="927900" cy="4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0"/>
          <p:cNvSpPr txBox="1"/>
          <p:nvPr>
            <p:ph type="title"/>
          </p:nvPr>
        </p:nvSpPr>
        <p:spPr>
          <a:xfrm>
            <a:off x="334525" y="2488200"/>
            <a:ext cx="71592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"/>
              <a:buNone/>
              <a:defRPr b="1" sz="72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332678" y="2217775"/>
            <a:ext cx="48543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1">
  <p:cSld name="1_Diapositiva de título">
    <p:bg>
      <p:bgPr>
        <a:solidFill>
          <a:schemeClr val="accen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296725" y="3613892"/>
            <a:ext cx="79770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43" name="Google Shape;43;p11" title="Technology_RGB.png"/>
          <p:cNvPicPr preferRelativeResize="0"/>
          <p:nvPr/>
        </p:nvPicPr>
        <p:blipFill rotWithShape="1">
          <a:blip r:embed="rId2">
            <a:alphaModFix/>
          </a:blip>
          <a:srcRect b="32701" l="-36404" r="-21599" t="-59155"/>
          <a:stretch/>
        </p:blipFill>
        <p:spPr>
          <a:xfrm>
            <a:off x="8183200" y="247975"/>
            <a:ext cx="885601" cy="26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bento">
  <p:cSld name="1_Diapositiva de título_1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/>
          <p:nvPr/>
        </p:nvSpPr>
        <p:spPr>
          <a:xfrm>
            <a:off x="111600" y="116708"/>
            <a:ext cx="8920800" cy="4910100"/>
          </a:xfrm>
          <a:prstGeom prst="roundRect">
            <a:avLst>
              <a:gd fmla="val 47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2"/>
          <p:cNvSpPr txBox="1"/>
          <p:nvPr>
            <p:ph type="title"/>
          </p:nvPr>
        </p:nvSpPr>
        <p:spPr>
          <a:xfrm>
            <a:off x="296725" y="3586800"/>
            <a:ext cx="8512500" cy="133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47" name="Google Shape;47;p12" title="Technology_RGB.png"/>
          <p:cNvPicPr preferRelativeResize="0"/>
          <p:nvPr/>
        </p:nvPicPr>
        <p:blipFill rotWithShape="1">
          <a:blip r:embed="rId2">
            <a:alphaModFix/>
          </a:blip>
          <a:srcRect b="32701" l="-36404" r="-21599" t="-59155"/>
          <a:stretch/>
        </p:blipFill>
        <p:spPr>
          <a:xfrm>
            <a:off x="8183200" y="247975"/>
            <a:ext cx="885601" cy="26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foto">
  <p:cSld name="1_Diapositiva de título_1_1">
    <p:bg>
      <p:bgPr>
        <a:solidFill>
          <a:schemeClr val="accen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/>
          <p:nvPr>
            <p:ph idx="2" type="pic"/>
          </p:nvPr>
        </p:nvSpPr>
        <p:spPr>
          <a:xfrm>
            <a:off x="5416150" y="894650"/>
            <a:ext cx="3393300" cy="3110700"/>
          </a:xfrm>
          <a:prstGeom prst="roundRect">
            <a:avLst>
              <a:gd fmla="val 5565" name="adj"/>
            </a:avLst>
          </a:prstGeom>
          <a:noFill/>
          <a:ln>
            <a:noFill/>
          </a:ln>
        </p:spPr>
      </p:sp>
      <p:sp>
        <p:nvSpPr>
          <p:cNvPr id="50" name="Google Shape;50;p13"/>
          <p:cNvSpPr txBox="1"/>
          <p:nvPr>
            <p:ph type="title"/>
          </p:nvPr>
        </p:nvSpPr>
        <p:spPr>
          <a:xfrm>
            <a:off x="296725" y="783555"/>
            <a:ext cx="40650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361150" y="3418403"/>
            <a:ext cx="4102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b="1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2" name="Google Shape;52;p13"/>
          <p:cNvCxnSpPr/>
          <p:nvPr/>
        </p:nvCxnSpPr>
        <p:spPr>
          <a:xfrm>
            <a:off x="4903450" y="884250"/>
            <a:ext cx="0" cy="315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USTOM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2247300" y="2317200"/>
            <a:ext cx="4649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55" name="Google Shape;5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45376" y="360000"/>
            <a:ext cx="445548" cy="1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>
  <p:cSld name="Título y objetos">
    <p:bg>
      <p:bgPr>
        <a:solidFill>
          <a:srgbClr val="F7F8F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340725" y="800277"/>
            <a:ext cx="34188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58" name="Google Shape;58;p15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ción">
  <p:cSld name="Título y objetos_1_1_4">
    <p:bg>
      <p:bgPr>
        <a:solidFill>
          <a:schemeClr val="accen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22550" y="1020341"/>
            <a:ext cx="5021400" cy="27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1pPr>
            <a:lvl2pPr lvl="1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">
  <p:cSld name="Default Slid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 1">
  <p:cSld name="Cierre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1391478" y="2317200"/>
            <a:ext cx="63609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/>
          <p:nvPr>
            <p:ph type="title"/>
          </p:nvPr>
        </p:nvSpPr>
        <p:spPr>
          <a:xfrm>
            <a:off x="310901" y="246893"/>
            <a:ext cx="85578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ato"/>
              <a:buNone/>
              <a:defRPr b="1" i="0" sz="2000" u="none" cap="none" strike="noStrik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5">
          <p15:clr>
            <a:srgbClr val="FBAE40"/>
          </p15:clr>
        </p15:guide>
        <p15:guide id="2" pos="310">
          <p15:clr>
            <a:srgbClr val="FBAE40"/>
          </p15:clr>
        </p15:guide>
        <p15:guide id="3" pos="5653">
          <p15:clr>
            <a:srgbClr val="FBAE40"/>
          </p15:clr>
        </p15:guide>
        <p15:guide id="4" orient="horz" pos="282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 marcianito">
  <p:cSld name="CUSTOM_3_1">
    <p:bg>
      <p:bgPr>
        <a:solidFill>
          <a:srgbClr val="1E7D86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logo y &quot;breadcrumb&quot;">
  <p:cSld name="CUSTOM_2_2_1">
    <p:bg>
      <p:bgPr>
        <a:solidFill>
          <a:schemeClr val="l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3826" y="344875"/>
            <a:ext cx="445548" cy="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2"/>
          <p:cNvSpPr txBox="1"/>
          <p:nvPr>
            <p:ph type="title"/>
          </p:nvPr>
        </p:nvSpPr>
        <p:spPr>
          <a:xfrm>
            <a:off x="341150" y="783529"/>
            <a:ext cx="6709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72" name="Google Shape;72;p22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logo">
  <p:cSld name="CUSTOM_2_2_1_2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3826" y="344863"/>
            <a:ext cx="445548" cy="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3"/>
          <p:cNvSpPr txBox="1"/>
          <p:nvPr>
            <p:ph type="title"/>
          </p:nvPr>
        </p:nvSpPr>
        <p:spPr>
          <a:xfrm>
            <a:off x="341150" y="226650"/>
            <a:ext cx="6703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76" name="Google Shape;76;p23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&quot;breadcrumb&quot; sin logo">
  <p:cSld name="CUSTOM_2_2_1_1">
    <p:bg>
      <p:bgPr>
        <a:solidFill>
          <a:schemeClr val="lt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4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" name="Google Shape;79;p24"/>
          <p:cNvSpPr txBox="1"/>
          <p:nvPr>
            <p:ph type="title"/>
          </p:nvPr>
        </p:nvSpPr>
        <p:spPr>
          <a:xfrm>
            <a:off x="342000" y="784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CUSTOM_2_2_1_1_1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25"/>
          <p:cNvSpPr txBox="1"/>
          <p:nvPr>
            <p:ph type="title"/>
          </p:nvPr>
        </p:nvSpPr>
        <p:spPr>
          <a:xfrm>
            <a:off x="342000" y="226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imagen">
  <p:cSld name="CUSTOM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6"/>
          <p:cNvSpPr/>
          <p:nvPr>
            <p:ph idx="2" type="pic"/>
          </p:nvPr>
        </p:nvSpPr>
        <p:spPr>
          <a:xfrm>
            <a:off x="75" y="-5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1">
  <p:cSld name="Título y objetos_1_1"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 txBox="1"/>
          <p:nvPr>
            <p:ph type="title"/>
          </p:nvPr>
        </p:nvSpPr>
        <p:spPr>
          <a:xfrm>
            <a:off x="334525" y="3026821"/>
            <a:ext cx="84750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87" name="Google Shape;8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5" y="344875"/>
            <a:ext cx="722575" cy="2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7"/>
          <p:cNvSpPr txBox="1"/>
          <p:nvPr>
            <p:ph idx="1" type="subTitle"/>
          </p:nvPr>
        </p:nvSpPr>
        <p:spPr>
          <a:xfrm>
            <a:off x="339854" y="2652147"/>
            <a:ext cx="38631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1 con micro-ilustración">
  <p:cSld name="Título y objetos_1_1_3"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8"/>
          <p:cNvSpPr txBox="1"/>
          <p:nvPr>
            <p:ph type="title"/>
          </p:nvPr>
        </p:nvSpPr>
        <p:spPr>
          <a:xfrm>
            <a:off x="334525" y="2139598"/>
            <a:ext cx="56811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Source Serif 4"/>
              <a:buNone/>
              <a:defRPr b="1" sz="72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91" name="Google Shape;91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5" y="344875"/>
            <a:ext cx="722575" cy="2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8"/>
          <p:cNvSpPr txBox="1"/>
          <p:nvPr>
            <p:ph idx="1" type="subTitle"/>
          </p:nvPr>
        </p:nvSpPr>
        <p:spPr>
          <a:xfrm>
            <a:off x="348425" y="1798700"/>
            <a:ext cx="4421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1 con imagen">
  <p:cSld name="Título y objetos_1_1_2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9"/>
          <p:cNvSpPr/>
          <p:nvPr>
            <p:ph idx="2" type="pic"/>
          </p:nvPr>
        </p:nvSpPr>
        <p:spPr>
          <a:xfrm>
            <a:off x="4970225" y="344875"/>
            <a:ext cx="3839100" cy="4462800"/>
          </a:xfrm>
          <a:prstGeom prst="roundRect">
            <a:avLst>
              <a:gd fmla="val 3752" name="adj"/>
            </a:avLst>
          </a:prstGeom>
          <a:noFill/>
          <a:ln>
            <a:noFill/>
          </a:ln>
        </p:spPr>
      </p:sp>
      <p:sp>
        <p:nvSpPr>
          <p:cNvPr id="95" name="Google Shape;95;p29"/>
          <p:cNvSpPr txBox="1"/>
          <p:nvPr>
            <p:ph type="title"/>
          </p:nvPr>
        </p:nvSpPr>
        <p:spPr>
          <a:xfrm>
            <a:off x="334525" y="1117095"/>
            <a:ext cx="39057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96" name="Google Shape;9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5" y="344875"/>
            <a:ext cx="722575" cy="2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1pPr>
            <a:lvl2pPr lvl="1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98" name="Google Shape;98;p29"/>
          <p:cNvCxnSpPr/>
          <p:nvPr/>
        </p:nvCxnSpPr>
        <p:spPr>
          <a:xfrm>
            <a:off x="4462650" y="343950"/>
            <a:ext cx="0" cy="4429200"/>
          </a:xfrm>
          <a:prstGeom prst="straightConnector1">
            <a:avLst/>
          </a:prstGeom>
          <a:noFill/>
          <a:ln cap="flat" cmpd="sng" w="9525">
            <a:solidFill>
              <a:srgbClr val="ADB8C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29"/>
          <p:cNvSpPr txBox="1"/>
          <p:nvPr>
            <p:ph idx="1" type="subTitle"/>
          </p:nvPr>
        </p:nvSpPr>
        <p:spPr>
          <a:xfrm>
            <a:off x="346425" y="4150050"/>
            <a:ext cx="3620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2">
  <p:cSld name="Título y objetos_1_1_1">
    <p:bg>
      <p:bgPr>
        <a:solidFill>
          <a:schemeClr val="lt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4" y="344882"/>
            <a:ext cx="722575" cy="21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0"/>
          <p:cNvSpPr txBox="1"/>
          <p:nvPr>
            <p:ph type="title"/>
          </p:nvPr>
        </p:nvSpPr>
        <p:spPr>
          <a:xfrm>
            <a:off x="334525" y="2488200"/>
            <a:ext cx="71592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"/>
              <a:buNone/>
              <a:defRPr b="1" sz="72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/>
        </p:txBody>
      </p:sp>
      <p:sp>
        <p:nvSpPr>
          <p:cNvPr id="103" name="Google Shape;103;p30"/>
          <p:cNvSpPr txBox="1"/>
          <p:nvPr>
            <p:ph idx="1" type="subTitle"/>
          </p:nvPr>
        </p:nvSpPr>
        <p:spPr>
          <a:xfrm>
            <a:off x="332678" y="2217775"/>
            <a:ext cx="48543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">
  <p:cSld name="1_Diapositiva de título">
    <p:bg>
      <p:bgPr>
        <a:solidFill>
          <a:schemeClr val="accen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1"/>
          <p:cNvSpPr txBox="1"/>
          <p:nvPr>
            <p:ph type="title"/>
          </p:nvPr>
        </p:nvSpPr>
        <p:spPr>
          <a:xfrm>
            <a:off x="325396" y="3601150"/>
            <a:ext cx="79770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106" name="Google Shape;10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3826" y="344875"/>
            <a:ext cx="445548" cy="1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con bordes redondeados">
  <p:cSld name="1_Diapositiva de título_1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2"/>
          <p:cNvSpPr/>
          <p:nvPr/>
        </p:nvSpPr>
        <p:spPr>
          <a:xfrm>
            <a:off x="111600" y="116708"/>
            <a:ext cx="8920800" cy="4910100"/>
          </a:xfrm>
          <a:prstGeom prst="roundRect">
            <a:avLst>
              <a:gd fmla="val 47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3826" y="344875"/>
            <a:ext cx="445548" cy="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2"/>
          <p:cNvSpPr txBox="1"/>
          <p:nvPr>
            <p:ph type="title"/>
          </p:nvPr>
        </p:nvSpPr>
        <p:spPr>
          <a:xfrm>
            <a:off x="322210" y="3586800"/>
            <a:ext cx="8512500" cy="133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con imagen">
  <p:cSld name="1_Diapositiva de título_1_1">
    <p:bg>
      <p:bgPr>
        <a:solidFill>
          <a:schemeClr val="accen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3"/>
          <p:cNvSpPr/>
          <p:nvPr>
            <p:ph idx="2" type="pic"/>
          </p:nvPr>
        </p:nvSpPr>
        <p:spPr>
          <a:xfrm>
            <a:off x="5416150" y="894650"/>
            <a:ext cx="3393300" cy="3110700"/>
          </a:xfrm>
          <a:prstGeom prst="roundRect">
            <a:avLst>
              <a:gd fmla="val 5565" name="adj"/>
            </a:avLst>
          </a:prstGeom>
          <a:noFill/>
          <a:ln>
            <a:noFill/>
          </a:ln>
        </p:spPr>
      </p:sp>
      <p:sp>
        <p:nvSpPr>
          <p:cNvPr id="113" name="Google Shape;113;p33"/>
          <p:cNvSpPr txBox="1"/>
          <p:nvPr>
            <p:ph type="title"/>
          </p:nvPr>
        </p:nvSpPr>
        <p:spPr>
          <a:xfrm>
            <a:off x="324000" y="1158827"/>
            <a:ext cx="40650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14" name="Google Shape;114;p33"/>
          <p:cNvSpPr txBox="1"/>
          <p:nvPr>
            <p:ph idx="1" type="subTitle"/>
          </p:nvPr>
        </p:nvSpPr>
        <p:spPr>
          <a:xfrm>
            <a:off x="324000" y="3418403"/>
            <a:ext cx="4102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b="1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5" name="Google Shape;115;p33"/>
          <p:cNvCxnSpPr/>
          <p:nvPr/>
        </p:nvCxnSpPr>
        <p:spPr>
          <a:xfrm>
            <a:off x="4903450" y="884250"/>
            <a:ext cx="0" cy="315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4" y="344882"/>
            <a:ext cx="722575" cy="217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USTOM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4"/>
          <p:cNvSpPr txBox="1"/>
          <p:nvPr>
            <p:ph type="title"/>
          </p:nvPr>
        </p:nvSpPr>
        <p:spPr>
          <a:xfrm>
            <a:off x="2247300" y="2317200"/>
            <a:ext cx="4649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logo y &quot;breadcrumb&quot;">
  <p:cSld name="CUSTOM_2_2_1"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3826" y="72372"/>
            <a:ext cx="445548" cy="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6"/>
          <p:cNvSpPr txBox="1"/>
          <p:nvPr>
            <p:ph type="title"/>
          </p:nvPr>
        </p:nvSpPr>
        <p:spPr>
          <a:xfrm>
            <a:off x="341150" y="783529"/>
            <a:ext cx="6709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23" name="Google Shape;123;p36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logo">
  <p:cSld name="CUSTOM_2_2_1_2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3826" y="344863"/>
            <a:ext cx="445548" cy="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7"/>
          <p:cNvSpPr txBox="1"/>
          <p:nvPr>
            <p:ph type="title"/>
          </p:nvPr>
        </p:nvSpPr>
        <p:spPr>
          <a:xfrm>
            <a:off x="341150" y="226650"/>
            <a:ext cx="6703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27" name="Google Shape;127;p37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&quot;breadcrumb&quot; sin logo">
  <p:cSld name="CUSTOM_2_2_1_1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8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38"/>
          <p:cNvSpPr txBox="1"/>
          <p:nvPr>
            <p:ph type="title"/>
          </p:nvPr>
        </p:nvSpPr>
        <p:spPr>
          <a:xfrm>
            <a:off x="342000" y="784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CUSTOM_2_2_1_1_1">
    <p:bg>
      <p:bgPr>
        <a:solidFill>
          <a:schemeClr val="lt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9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39"/>
          <p:cNvSpPr txBox="1"/>
          <p:nvPr>
            <p:ph type="title"/>
          </p:nvPr>
        </p:nvSpPr>
        <p:spPr>
          <a:xfrm>
            <a:off x="342000" y="226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imagen">
  <p:cSld name="CUSTOM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0"/>
          <p:cNvSpPr/>
          <p:nvPr>
            <p:ph idx="2" type="pic"/>
          </p:nvPr>
        </p:nvSpPr>
        <p:spPr>
          <a:xfrm>
            <a:off x="75" y="-5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1">
  <p:cSld name="Título y objetos_1_1">
    <p:bg>
      <p:bgPr>
        <a:solidFill>
          <a:schemeClr val="dk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1"/>
          <p:cNvSpPr txBox="1"/>
          <p:nvPr>
            <p:ph type="title"/>
          </p:nvPr>
        </p:nvSpPr>
        <p:spPr>
          <a:xfrm>
            <a:off x="334525" y="3026821"/>
            <a:ext cx="84750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138" name="Google Shape;13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5" y="344875"/>
            <a:ext cx="722575" cy="2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1"/>
          <p:cNvSpPr txBox="1"/>
          <p:nvPr>
            <p:ph idx="1" type="subTitle"/>
          </p:nvPr>
        </p:nvSpPr>
        <p:spPr>
          <a:xfrm>
            <a:off x="339854" y="2652147"/>
            <a:ext cx="38631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1 con micro-ilustración">
  <p:cSld name="Título y objetos_1_1_3"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2"/>
          <p:cNvSpPr txBox="1"/>
          <p:nvPr>
            <p:ph type="title"/>
          </p:nvPr>
        </p:nvSpPr>
        <p:spPr>
          <a:xfrm>
            <a:off x="334525" y="2139598"/>
            <a:ext cx="56811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Source Serif 4"/>
              <a:buNone/>
              <a:defRPr b="1" sz="72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142" name="Google Shape;14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5" y="344875"/>
            <a:ext cx="722575" cy="2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2"/>
          <p:cNvSpPr txBox="1"/>
          <p:nvPr>
            <p:ph idx="1" type="subTitle"/>
          </p:nvPr>
        </p:nvSpPr>
        <p:spPr>
          <a:xfrm>
            <a:off x="348425" y="1798700"/>
            <a:ext cx="4421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1 con imagen">
  <p:cSld name="Título y objetos_1_1_2"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3"/>
          <p:cNvSpPr/>
          <p:nvPr>
            <p:ph idx="2" type="pic"/>
          </p:nvPr>
        </p:nvSpPr>
        <p:spPr>
          <a:xfrm>
            <a:off x="4970225" y="344875"/>
            <a:ext cx="3839100" cy="4462800"/>
          </a:xfrm>
          <a:prstGeom prst="roundRect">
            <a:avLst>
              <a:gd fmla="val 3752" name="adj"/>
            </a:avLst>
          </a:prstGeom>
          <a:noFill/>
          <a:ln>
            <a:noFill/>
          </a:ln>
        </p:spPr>
      </p:sp>
      <p:sp>
        <p:nvSpPr>
          <p:cNvPr id="146" name="Google Shape;146;p43"/>
          <p:cNvSpPr txBox="1"/>
          <p:nvPr>
            <p:ph type="title"/>
          </p:nvPr>
        </p:nvSpPr>
        <p:spPr>
          <a:xfrm>
            <a:off x="334525" y="1117095"/>
            <a:ext cx="39057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147" name="Google Shape;147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5" y="344875"/>
            <a:ext cx="722575" cy="2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1pPr>
            <a:lvl2pPr lvl="1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149" name="Google Shape;149;p43"/>
          <p:cNvCxnSpPr/>
          <p:nvPr/>
        </p:nvCxnSpPr>
        <p:spPr>
          <a:xfrm>
            <a:off x="4462650" y="343950"/>
            <a:ext cx="0" cy="4429200"/>
          </a:xfrm>
          <a:prstGeom prst="straightConnector1">
            <a:avLst/>
          </a:prstGeom>
          <a:noFill/>
          <a:ln cap="flat" cmpd="sng" w="9525">
            <a:solidFill>
              <a:srgbClr val="ADB8C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43"/>
          <p:cNvSpPr txBox="1"/>
          <p:nvPr>
            <p:ph idx="1" type="subTitle"/>
          </p:nvPr>
        </p:nvSpPr>
        <p:spPr>
          <a:xfrm>
            <a:off x="346425" y="4150050"/>
            <a:ext cx="3620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2">
  <p:cSld name="Título y objetos_1_1_1">
    <p:bg>
      <p:bgPr>
        <a:solidFill>
          <a:schemeClr val="lt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4" y="344882"/>
            <a:ext cx="722575" cy="21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4"/>
          <p:cNvSpPr txBox="1"/>
          <p:nvPr>
            <p:ph type="title"/>
          </p:nvPr>
        </p:nvSpPr>
        <p:spPr>
          <a:xfrm>
            <a:off x="334525" y="2488200"/>
            <a:ext cx="71592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"/>
              <a:buNone/>
              <a:defRPr b="1" sz="72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/>
        </p:txBody>
      </p:sp>
      <p:sp>
        <p:nvSpPr>
          <p:cNvPr id="154" name="Google Shape;154;p44"/>
          <p:cNvSpPr txBox="1"/>
          <p:nvPr>
            <p:ph idx="1" type="subTitle"/>
          </p:nvPr>
        </p:nvSpPr>
        <p:spPr>
          <a:xfrm>
            <a:off x="332678" y="2217775"/>
            <a:ext cx="48543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">
  <p:cSld name="1_Diapositiva de título">
    <p:bg>
      <p:bgPr>
        <a:solidFill>
          <a:schemeClr val="accen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5"/>
          <p:cNvSpPr txBox="1"/>
          <p:nvPr>
            <p:ph type="title"/>
          </p:nvPr>
        </p:nvSpPr>
        <p:spPr>
          <a:xfrm>
            <a:off x="325396" y="3601150"/>
            <a:ext cx="79770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157" name="Google Shape;157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3826" y="344875"/>
            <a:ext cx="445548" cy="1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con bordes redondeados">
  <p:cSld name="1_Diapositiva de título_1">
    <p:bg>
      <p:bgPr>
        <a:solidFill>
          <a:schemeClr val="lt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6"/>
          <p:cNvSpPr/>
          <p:nvPr/>
        </p:nvSpPr>
        <p:spPr>
          <a:xfrm>
            <a:off x="111600" y="116708"/>
            <a:ext cx="8920800" cy="4910100"/>
          </a:xfrm>
          <a:prstGeom prst="roundRect">
            <a:avLst>
              <a:gd fmla="val 47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3826" y="344875"/>
            <a:ext cx="445548" cy="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6"/>
          <p:cNvSpPr txBox="1"/>
          <p:nvPr>
            <p:ph type="title"/>
          </p:nvPr>
        </p:nvSpPr>
        <p:spPr>
          <a:xfrm>
            <a:off x="322210" y="3586800"/>
            <a:ext cx="8512500" cy="133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con imagen">
  <p:cSld name="1_Diapositiva de título_1_1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7"/>
          <p:cNvSpPr/>
          <p:nvPr>
            <p:ph idx="2" type="pic"/>
          </p:nvPr>
        </p:nvSpPr>
        <p:spPr>
          <a:xfrm>
            <a:off x="5416150" y="894650"/>
            <a:ext cx="3393300" cy="3110700"/>
          </a:xfrm>
          <a:prstGeom prst="roundRect">
            <a:avLst>
              <a:gd fmla="val 5565" name="adj"/>
            </a:avLst>
          </a:prstGeom>
          <a:noFill/>
          <a:ln>
            <a:noFill/>
          </a:ln>
        </p:spPr>
      </p:sp>
      <p:sp>
        <p:nvSpPr>
          <p:cNvPr id="164" name="Google Shape;164;p47"/>
          <p:cNvSpPr txBox="1"/>
          <p:nvPr>
            <p:ph type="title"/>
          </p:nvPr>
        </p:nvSpPr>
        <p:spPr>
          <a:xfrm>
            <a:off x="324000" y="1158825"/>
            <a:ext cx="32085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65" name="Google Shape;165;p47"/>
          <p:cNvSpPr txBox="1"/>
          <p:nvPr>
            <p:ph idx="1" type="subTitle"/>
          </p:nvPr>
        </p:nvSpPr>
        <p:spPr>
          <a:xfrm>
            <a:off x="324000" y="3418403"/>
            <a:ext cx="4102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b="1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66" name="Google Shape;166;p47"/>
          <p:cNvCxnSpPr/>
          <p:nvPr/>
        </p:nvCxnSpPr>
        <p:spPr>
          <a:xfrm>
            <a:off x="3532500" y="992400"/>
            <a:ext cx="0" cy="315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7" name="Google Shape;167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4" y="344882"/>
            <a:ext cx="722575" cy="217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USTOM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8"/>
          <p:cNvSpPr txBox="1"/>
          <p:nvPr>
            <p:ph type="title"/>
          </p:nvPr>
        </p:nvSpPr>
        <p:spPr>
          <a:xfrm>
            <a:off x="2247300" y="2317200"/>
            <a:ext cx="4649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Only">
  <p:cSld name="TITLE_ONLY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9"/>
          <p:cNvSpPr txBox="1"/>
          <p:nvPr>
            <p:ph type="title"/>
          </p:nvPr>
        </p:nvSpPr>
        <p:spPr>
          <a:xfrm>
            <a:off x="274326" y="246893"/>
            <a:ext cx="86415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ato Light"/>
              <a:buNone/>
              <a:defRPr i="0" sz="2000" u="none" cap="none" strike="noStrike">
                <a:solidFill>
                  <a:schemeClr val="accent4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72" name="Google Shape;172;p49"/>
          <p:cNvSpPr txBox="1"/>
          <p:nvPr/>
        </p:nvSpPr>
        <p:spPr>
          <a:xfrm>
            <a:off x="8851392" y="31388"/>
            <a:ext cx="255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5144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B7B7B7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fld id="{00000000-1234-1234-1234-123412341234}" type="slidenum"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s" sz="800">
                <a:solidFill>
                  <a:srgbClr val="B7B7B7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endParaRPr b="1" sz="800">
              <a:solidFill>
                <a:srgbClr val="B7B7B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49"/>
          <p:cNvSpPr txBox="1"/>
          <p:nvPr/>
        </p:nvSpPr>
        <p:spPr>
          <a:xfrm>
            <a:off x="7114032" y="31388"/>
            <a:ext cx="1682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5144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Global Portfolio Strategy Meeting</a:t>
            </a:r>
            <a:endParaRPr b="1" sz="8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06">
          <p15:clr>
            <a:srgbClr val="FBAE40"/>
          </p15:clr>
        </p15:guide>
        <p15:guide id="2" pos="310">
          <p15:clr>
            <a:srgbClr val="FBAE40"/>
          </p15:clr>
        </p15:guide>
        <p15:guide id="3" pos="5653">
          <p15:clr>
            <a:srgbClr val="FBAE40"/>
          </p15:clr>
        </p15:guide>
        <p15:guide id="4" orient="horz" pos="3134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k">
  <p:cSld name="Title &amp; background">
    <p:bg>
      <p:bgPr>
        <a:solidFill>
          <a:srgbClr val="F4F4F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0"/>
          <p:cNvSpPr txBox="1"/>
          <p:nvPr>
            <p:ph type="title"/>
          </p:nvPr>
        </p:nvSpPr>
        <p:spPr>
          <a:xfrm>
            <a:off x="274326" y="246893"/>
            <a:ext cx="86415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ato Light"/>
              <a:buNone/>
              <a:defRPr i="0" sz="2000" u="none" cap="none" strike="noStrike">
                <a:solidFill>
                  <a:schemeClr val="accent4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76" name="Google Shape;176;p50"/>
          <p:cNvSpPr txBox="1"/>
          <p:nvPr/>
        </p:nvSpPr>
        <p:spPr>
          <a:xfrm>
            <a:off x="8851392" y="31388"/>
            <a:ext cx="255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5144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B7B7B7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fld id="{00000000-1234-1234-1234-123412341234}" type="slidenum"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s" sz="800">
                <a:solidFill>
                  <a:srgbClr val="B7B7B7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endParaRPr b="1" sz="800">
              <a:solidFill>
                <a:srgbClr val="B7B7B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50"/>
          <p:cNvSpPr txBox="1"/>
          <p:nvPr/>
        </p:nvSpPr>
        <p:spPr>
          <a:xfrm>
            <a:off x="7114032" y="31388"/>
            <a:ext cx="1682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5144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Global Portfolio Strategy Meeting</a:t>
            </a:r>
            <a:endParaRPr b="1" sz="8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51" title="skyline-noche.jpg"/>
          <p:cNvPicPr preferRelativeResize="0"/>
          <p:nvPr/>
        </p:nvPicPr>
        <p:blipFill rotWithShape="1">
          <a:blip r:embed="rId2">
            <a:alphaModFix/>
          </a:blip>
          <a:srcRect b="0" l="17018" r="17903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65300" spcFirstLastPara="1" rIns="65300" wrap="square" tIns="65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●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○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■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●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○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■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●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○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■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81" name="Google Shape;18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1">
  <p:cSld name="Index_1">
    <p:bg>
      <p:bgPr>
        <a:solidFill>
          <a:srgbClr val="043263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2"/>
          <p:cNvSpPr txBox="1"/>
          <p:nvPr>
            <p:ph type="title"/>
          </p:nvPr>
        </p:nvSpPr>
        <p:spPr>
          <a:xfrm>
            <a:off x="274326" y="246893"/>
            <a:ext cx="86415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 Light"/>
              <a:buNone/>
              <a:defRPr i="0" sz="20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 Black"/>
              <a:buNone/>
              <a:defRPr sz="18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 Black"/>
              <a:buNone/>
              <a:defRPr sz="18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 Black"/>
              <a:buNone/>
              <a:defRPr sz="18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 Black"/>
              <a:buNone/>
              <a:defRPr sz="18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 Black"/>
              <a:buNone/>
              <a:defRPr sz="18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 Black"/>
              <a:buNone/>
              <a:defRPr sz="18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 Black"/>
              <a:buNone/>
              <a:defRPr sz="18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 Black"/>
              <a:buNone/>
              <a:defRPr sz="18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84" name="Google Shape;184;p52"/>
          <p:cNvSpPr txBox="1"/>
          <p:nvPr/>
        </p:nvSpPr>
        <p:spPr>
          <a:xfrm>
            <a:off x="8851392" y="31388"/>
            <a:ext cx="255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5144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B7B7B7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fld id="{00000000-1234-1234-1234-123412341234}" type="slidenum">
              <a:rPr b="1" lang="e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s" sz="800">
                <a:solidFill>
                  <a:srgbClr val="B7B7B7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endParaRPr b="1" sz="800">
              <a:solidFill>
                <a:srgbClr val="B7B7B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p52"/>
          <p:cNvSpPr txBox="1"/>
          <p:nvPr/>
        </p:nvSpPr>
        <p:spPr>
          <a:xfrm>
            <a:off x="7114032" y="31388"/>
            <a:ext cx="1682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5144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Global Portfolio Strategy Meeting</a:t>
            </a:r>
            <a:endParaRPr b="1" sz="8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&quot;breadcrumb&quot; sin logo 1">
  <p:cSld name="CUSTOM_2_2_1_1_3">
    <p:bg>
      <p:bgPr>
        <a:solidFill>
          <a:schemeClr val="lt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3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53"/>
          <p:cNvSpPr txBox="1"/>
          <p:nvPr>
            <p:ph type="title"/>
          </p:nvPr>
        </p:nvSpPr>
        <p:spPr>
          <a:xfrm>
            <a:off x="342000" y="784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ierre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5"/>
          <p:cNvSpPr txBox="1"/>
          <p:nvPr>
            <p:ph type="title"/>
          </p:nvPr>
        </p:nvSpPr>
        <p:spPr>
          <a:xfrm>
            <a:off x="1391478" y="2317200"/>
            <a:ext cx="63609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  con micro">
  <p:cSld name="Portada Blue  con micro"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6"/>
          <p:cNvSpPr txBox="1"/>
          <p:nvPr>
            <p:ph type="title"/>
          </p:nvPr>
        </p:nvSpPr>
        <p:spPr>
          <a:xfrm>
            <a:off x="334525" y="2139598"/>
            <a:ext cx="56811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Source Serif 4"/>
              <a:buNone/>
              <a:defRPr b="1" i="0" sz="7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94" name="Google Shape;194;p56"/>
          <p:cNvSpPr txBox="1"/>
          <p:nvPr>
            <p:ph idx="1" type="subTitle"/>
          </p:nvPr>
        </p:nvSpPr>
        <p:spPr>
          <a:xfrm>
            <a:off x="348425" y="1798700"/>
            <a:ext cx="4421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95" name="Google Shape;195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4875" y="344875"/>
            <a:ext cx="722575" cy="21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 con Foto">
  <p:cSld name="Portada Blue con Foto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7"/>
          <p:cNvSpPr/>
          <p:nvPr>
            <p:ph idx="2" type="pic"/>
          </p:nvPr>
        </p:nvSpPr>
        <p:spPr>
          <a:xfrm>
            <a:off x="4930144" y="344875"/>
            <a:ext cx="3879300" cy="4449300"/>
          </a:xfrm>
          <a:prstGeom prst="roundRect">
            <a:avLst>
              <a:gd fmla="val 3752" name="adj"/>
            </a:avLst>
          </a:prstGeom>
          <a:noFill/>
          <a:ln>
            <a:noFill/>
          </a:ln>
        </p:spPr>
      </p:sp>
      <p:sp>
        <p:nvSpPr>
          <p:cNvPr id="198" name="Google Shape;198;p57"/>
          <p:cNvSpPr txBox="1"/>
          <p:nvPr>
            <p:ph type="title"/>
          </p:nvPr>
        </p:nvSpPr>
        <p:spPr>
          <a:xfrm>
            <a:off x="334525" y="1130676"/>
            <a:ext cx="39057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cxnSp>
        <p:nvCxnSpPr>
          <p:cNvPr id="199" name="Google Shape;199;p57"/>
          <p:cNvCxnSpPr/>
          <p:nvPr/>
        </p:nvCxnSpPr>
        <p:spPr>
          <a:xfrm>
            <a:off x="4462650" y="343950"/>
            <a:ext cx="0" cy="4429200"/>
          </a:xfrm>
          <a:prstGeom prst="straightConnector1">
            <a:avLst/>
          </a:prstGeom>
          <a:noFill/>
          <a:ln cap="flat" cmpd="sng" w="9525">
            <a:solidFill>
              <a:srgbClr val="ADB8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57"/>
          <p:cNvSpPr txBox="1"/>
          <p:nvPr>
            <p:ph idx="1" type="subTitle"/>
          </p:nvPr>
        </p:nvSpPr>
        <p:spPr>
          <a:xfrm>
            <a:off x="346425" y="4150050"/>
            <a:ext cx="3620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01" name="Google Shape;20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4875" y="344875"/>
            <a:ext cx="722575" cy="21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  con micro 1">
  <p:cSld name="Título y objetos_1_1_3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8"/>
          <p:cNvSpPr txBox="1"/>
          <p:nvPr>
            <p:ph type="title"/>
          </p:nvPr>
        </p:nvSpPr>
        <p:spPr>
          <a:xfrm>
            <a:off x="334525" y="2139598"/>
            <a:ext cx="56811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Source Serif 4"/>
              <a:buNone/>
              <a:defRPr b="1" sz="72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204" name="Google Shape;204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5" y="311275"/>
            <a:ext cx="722575" cy="2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58"/>
          <p:cNvSpPr txBox="1"/>
          <p:nvPr>
            <p:ph idx="1" type="subTitle"/>
          </p:nvPr>
        </p:nvSpPr>
        <p:spPr>
          <a:xfrm>
            <a:off x="348425" y="1798700"/>
            <a:ext cx="4421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 logo y sin mosca">
  <p:cSld name="CUSTOM_2_2_1_1_1">
    <p:bg>
      <p:bgPr>
        <a:solidFill>
          <a:srgbClr val="F7F8F8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9"/>
          <p:cNvSpPr txBox="1"/>
          <p:nvPr/>
        </p:nvSpPr>
        <p:spPr>
          <a:xfrm>
            <a:off x="8646961" y="-36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59"/>
          <p:cNvSpPr txBox="1"/>
          <p:nvPr>
            <p:ph type="title"/>
          </p:nvPr>
        </p:nvSpPr>
        <p:spPr>
          <a:xfrm>
            <a:off x="342000" y="226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1">
  <p:cSld name="1_Diapositiva de título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0"/>
          <p:cNvSpPr txBox="1"/>
          <p:nvPr>
            <p:ph type="title"/>
          </p:nvPr>
        </p:nvSpPr>
        <p:spPr>
          <a:xfrm>
            <a:off x="296725" y="3613892"/>
            <a:ext cx="79770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211" name="Google Shape;211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45376" y="360000"/>
            <a:ext cx="445548" cy="1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logo y &quot;breadcrumb&quot;">
  <p:cSld name="CUSTOM_2_2_1">
    <p:bg>
      <p:bgPr>
        <a:solidFill>
          <a:srgbClr val="F7F8F8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1"/>
          <p:cNvSpPr txBox="1"/>
          <p:nvPr>
            <p:ph type="title"/>
          </p:nvPr>
        </p:nvSpPr>
        <p:spPr>
          <a:xfrm>
            <a:off x="341150" y="783529"/>
            <a:ext cx="6709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14" name="Google Shape;214;p61"/>
          <p:cNvSpPr txBox="1"/>
          <p:nvPr/>
        </p:nvSpPr>
        <p:spPr>
          <a:xfrm>
            <a:off x="8594750" y="41925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logo">
  <p:cSld name="CUSTOM_2_2_1_2">
    <p:bg>
      <p:bgPr>
        <a:solidFill>
          <a:srgbClr val="F7F8F8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2"/>
          <p:cNvSpPr txBox="1"/>
          <p:nvPr>
            <p:ph type="title"/>
          </p:nvPr>
        </p:nvSpPr>
        <p:spPr>
          <a:xfrm>
            <a:off x="341150" y="226650"/>
            <a:ext cx="6703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17" name="Google Shape;217;p62"/>
          <p:cNvSpPr txBox="1"/>
          <p:nvPr/>
        </p:nvSpPr>
        <p:spPr>
          <a:xfrm>
            <a:off x="8594750" y="41925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logo y mosca">
  <p:cSld name="CUSTOM_2_2_1_3">
    <p:bg>
      <p:bgPr>
        <a:solidFill>
          <a:srgbClr val="F7F8F8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45376" y="360000"/>
            <a:ext cx="445548" cy="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3"/>
          <p:cNvSpPr txBox="1"/>
          <p:nvPr>
            <p:ph type="title"/>
          </p:nvPr>
        </p:nvSpPr>
        <p:spPr>
          <a:xfrm>
            <a:off x="341150" y="783529"/>
            <a:ext cx="6709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21" name="Google Shape;221;p63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Only">
  <p:cSld name="TITLE_ONLY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4"/>
          <p:cNvSpPr txBox="1"/>
          <p:nvPr>
            <p:ph type="title"/>
          </p:nvPr>
        </p:nvSpPr>
        <p:spPr>
          <a:xfrm>
            <a:off x="473010" y="406726"/>
            <a:ext cx="6884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ato Black"/>
              <a:buNone/>
              <a:defRPr i="0" sz="20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None/>
              <a:defRPr sz="18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224" name="Google Shape;224;p64"/>
          <p:cNvSpPr txBox="1"/>
          <p:nvPr/>
        </p:nvSpPr>
        <p:spPr>
          <a:xfrm>
            <a:off x="8738050" y="10550"/>
            <a:ext cx="3198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5144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s" sz="800">
                <a:solidFill>
                  <a:srgbClr val="46BDC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fld id="{00000000-1234-1234-1234-123412341234}" type="slidenum">
              <a:rPr lang="es" sz="800">
                <a:solidFill>
                  <a:srgbClr val="46BDC6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r>
              <a:rPr lang="es" sz="800">
                <a:solidFill>
                  <a:srgbClr val="46BDC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8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endParaRPr sz="800">
              <a:solidFill>
                <a:srgbClr val="46BDC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06">
          <p15:clr>
            <a:srgbClr val="FBAE40"/>
          </p15:clr>
        </p15:guide>
        <p15:guide id="2" pos="310">
          <p15:clr>
            <a:srgbClr val="FBAE40"/>
          </p15:clr>
        </p15:guide>
        <p15:guide id="3" pos="5653">
          <p15:clr>
            <a:srgbClr val="FBAE40"/>
          </p15:clr>
        </p15:guide>
        <p15:guide id="4" orient="horz" pos="3134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logo y sin mosca">
  <p:cSld name="CUSTOM_2_2_1_2_1">
    <p:bg>
      <p:bgPr>
        <a:solidFill>
          <a:srgbClr val="F7F8F8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45376" y="360000"/>
            <a:ext cx="445548" cy="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65"/>
          <p:cNvSpPr txBox="1"/>
          <p:nvPr>
            <p:ph type="title"/>
          </p:nvPr>
        </p:nvSpPr>
        <p:spPr>
          <a:xfrm>
            <a:off x="341150" y="226650"/>
            <a:ext cx="6703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28" name="Google Shape;228;p65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 logo y con mosca">
  <p:cSld name="CUSTOM_2_2_1_1_2">
    <p:bg>
      <p:bgPr>
        <a:solidFill>
          <a:srgbClr val="F7F8F8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6"/>
          <p:cNvSpPr txBox="1"/>
          <p:nvPr/>
        </p:nvSpPr>
        <p:spPr>
          <a:xfrm>
            <a:off x="8383350" y="394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66"/>
          <p:cNvSpPr txBox="1"/>
          <p:nvPr>
            <p:ph type="title"/>
          </p:nvPr>
        </p:nvSpPr>
        <p:spPr>
          <a:xfrm>
            <a:off x="342000" y="784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CUSTOM_2_2_1_1_1_1">
    <p:bg>
      <p:bgPr>
        <a:solidFill>
          <a:srgbClr val="F7F8F8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7"/>
          <p:cNvSpPr txBox="1"/>
          <p:nvPr>
            <p:ph type="title"/>
          </p:nvPr>
        </p:nvSpPr>
        <p:spPr>
          <a:xfrm>
            <a:off x="342000" y="226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34" name="Google Shape;234;p67"/>
          <p:cNvSpPr txBox="1"/>
          <p:nvPr/>
        </p:nvSpPr>
        <p:spPr>
          <a:xfrm>
            <a:off x="8594750" y="41925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a órganos sociales">
  <p:cSld name="título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88" y="1588"/>
            <a:ext cx="1190" cy="119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68"/>
          <p:cNvSpPr txBox="1"/>
          <p:nvPr/>
        </p:nvSpPr>
        <p:spPr>
          <a:xfrm>
            <a:off x="473010" y="347874"/>
            <a:ext cx="6884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326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38" name="Google Shape;238;p68"/>
          <p:cNvSpPr txBox="1"/>
          <p:nvPr>
            <p:ph type="title"/>
          </p:nvPr>
        </p:nvSpPr>
        <p:spPr>
          <a:xfrm>
            <a:off x="473010" y="347874"/>
            <a:ext cx="6884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2000"/>
              <a:buFont typeface="Lato Black"/>
              <a:buNone/>
              <a:defRPr i="0" sz="2000" u="none" cap="none" strike="noStrike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239" name="Google Shape;239;p68"/>
          <p:cNvSpPr txBox="1"/>
          <p:nvPr/>
        </p:nvSpPr>
        <p:spPr>
          <a:xfrm>
            <a:off x="8738050" y="10550"/>
            <a:ext cx="3198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5144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s" sz="800">
                <a:solidFill>
                  <a:srgbClr val="46BDC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fld id="{00000000-1234-1234-1234-123412341234}" type="slidenum">
              <a:rPr lang="es" sz="800">
                <a:solidFill>
                  <a:srgbClr val="46BDC6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r>
              <a:rPr lang="es" sz="800">
                <a:solidFill>
                  <a:srgbClr val="46BDC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8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endParaRPr sz="800">
              <a:solidFill>
                <a:srgbClr val="46BDC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evo Diseño">
  <p:cSld name="TITLE_ONLY_2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9"/>
          <p:cNvSpPr txBox="1"/>
          <p:nvPr>
            <p:ph type="title"/>
          </p:nvPr>
        </p:nvSpPr>
        <p:spPr>
          <a:xfrm>
            <a:off x="473010" y="157374"/>
            <a:ext cx="6884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2000"/>
              <a:buFont typeface="Lato Black"/>
              <a:buNone/>
              <a:defRPr i="0" sz="2000" u="none" cap="none" strike="noStrike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242" name="Google Shape;242;p69"/>
          <p:cNvSpPr txBox="1"/>
          <p:nvPr/>
        </p:nvSpPr>
        <p:spPr>
          <a:xfrm>
            <a:off x="8738050" y="10550"/>
            <a:ext cx="3198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5144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s" sz="800">
                <a:solidFill>
                  <a:srgbClr val="46BDC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fld id="{00000000-1234-1234-1234-123412341234}" type="slidenum">
              <a:rPr lang="es" sz="800">
                <a:solidFill>
                  <a:srgbClr val="46BDC6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r>
              <a:rPr lang="es" sz="800">
                <a:solidFill>
                  <a:srgbClr val="46BDC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8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endParaRPr sz="800">
              <a:solidFill>
                <a:srgbClr val="46BDC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BAE40"/>
          </p15:clr>
        </p15:guide>
        <p15:guide id="2" pos="310">
          <p15:clr>
            <a:srgbClr val="FBAE40"/>
          </p15:clr>
        </p15:guide>
        <p15:guide id="3" pos="5683">
          <p15:clr>
            <a:srgbClr val="FBAE40"/>
          </p15:clr>
        </p15:guide>
        <p15:guide id="4" orient="horz" pos="3134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evo Diseño 1">
  <p:cSld name="TITLE_ONLY_2_1_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0"/>
          <p:cNvSpPr txBox="1"/>
          <p:nvPr>
            <p:ph type="title"/>
          </p:nvPr>
        </p:nvSpPr>
        <p:spPr>
          <a:xfrm>
            <a:off x="473010" y="157374"/>
            <a:ext cx="6884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2000"/>
              <a:buFont typeface="Lato Black"/>
              <a:buNone/>
              <a:defRPr i="0" sz="2000" u="none" cap="none" strike="noStrike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Black"/>
              <a:buNone/>
              <a:defRPr sz="1800">
                <a:solidFill>
                  <a:srgbClr val="043263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245" name="Google Shape;245;p70"/>
          <p:cNvSpPr txBox="1"/>
          <p:nvPr/>
        </p:nvSpPr>
        <p:spPr>
          <a:xfrm>
            <a:off x="8738050" y="10550"/>
            <a:ext cx="3198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5144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s" sz="800">
                <a:solidFill>
                  <a:srgbClr val="46BDC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fld id="{00000000-1234-1234-1234-123412341234}" type="slidenum">
              <a:rPr lang="es" sz="800">
                <a:solidFill>
                  <a:srgbClr val="46BDC6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r>
              <a:rPr lang="es" sz="800">
                <a:solidFill>
                  <a:srgbClr val="46BDC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8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endParaRPr sz="800">
              <a:solidFill>
                <a:srgbClr val="46BDC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BAE40"/>
          </p15:clr>
        </p15:guide>
        <p15:guide id="2" pos="310">
          <p15:clr>
            <a:srgbClr val="FBAE40"/>
          </p15:clr>
        </p15:guide>
        <p15:guide id="3" pos="5683">
          <p15:clr>
            <a:srgbClr val="FBAE40"/>
          </p15:clr>
        </p15:guide>
        <p15:guide id="4" orient="horz" pos="3134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_ONLY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306">
          <p15:clr>
            <a:srgbClr val="FBAE40"/>
          </p15:clr>
        </p15:guide>
        <p15:guide id="2" pos="310">
          <p15:clr>
            <a:srgbClr val="FBAE40"/>
          </p15:clr>
        </p15:guide>
        <p15:guide id="3" pos="5653">
          <p15:clr>
            <a:srgbClr val="FBAE40"/>
          </p15:clr>
        </p15:guide>
        <p15:guide id="4" orient="horz" pos="3134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 1">
  <p:cSld name="CUSTOM">
    <p:bg>
      <p:bgPr>
        <a:solidFill>
          <a:schemeClr val="dk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2"/>
          <p:cNvSpPr txBox="1"/>
          <p:nvPr>
            <p:ph type="title"/>
          </p:nvPr>
        </p:nvSpPr>
        <p:spPr>
          <a:xfrm>
            <a:off x="2247300" y="2317200"/>
            <a:ext cx="4649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249" name="Google Shape;24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45376" y="360000"/>
            <a:ext cx="445548" cy="1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Strategic Plan 1">
  <p:cSld name="CUSTOM_1_1">
    <p:bg>
      <p:bgPr>
        <a:solidFill>
          <a:srgbClr val="F4F4F4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3"/>
          <p:cNvSpPr/>
          <p:nvPr/>
        </p:nvSpPr>
        <p:spPr>
          <a:xfrm>
            <a:off x="0" y="-350"/>
            <a:ext cx="8788200" cy="183000"/>
          </a:xfrm>
          <a:prstGeom prst="rect">
            <a:avLst/>
          </a:prstGeom>
          <a:solidFill>
            <a:srgbClr val="D4E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</a:t>
            </a:r>
            <a:endParaRPr/>
          </a:p>
        </p:txBody>
      </p:sp>
      <p:sp>
        <p:nvSpPr>
          <p:cNvPr id="252" name="Google Shape;252;p73"/>
          <p:cNvSpPr txBox="1"/>
          <p:nvPr/>
        </p:nvSpPr>
        <p:spPr>
          <a:xfrm>
            <a:off x="8788800" y="-445"/>
            <a:ext cx="355200" cy="183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4F4F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000">
              <a:solidFill>
                <a:srgbClr val="F4F4F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73"/>
          <p:cNvSpPr txBox="1"/>
          <p:nvPr/>
        </p:nvSpPr>
        <p:spPr>
          <a:xfrm>
            <a:off x="2327500" y="150"/>
            <a:ext cx="185700" cy="18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4F4F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73"/>
          <p:cNvSpPr txBox="1"/>
          <p:nvPr/>
        </p:nvSpPr>
        <p:spPr>
          <a:xfrm>
            <a:off x="178700" y="150"/>
            <a:ext cx="2020200" cy="183000"/>
          </a:xfrm>
          <a:prstGeom prst="rect">
            <a:avLst/>
          </a:prstGeom>
          <a:solidFill>
            <a:srgbClr val="D4ED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2025-2029 BBVA GROUP STRATEGIC PLAN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73"/>
          <p:cNvSpPr txBox="1"/>
          <p:nvPr/>
        </p:nvSpPr>
        <p:spPr>
          <a:xfrm>
            <a:off x="2685783" y="12255"/>
            <a:ext cx="109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p73"/>
          <p:cNvSpPr txBox="1"/>
          <p:nvPr/>
        </p:nvSpPr>
        <p:spPr>
          <a:xfrm>
            <a:off x="8787850" y="-350"/>
            <a:ext cx="358200" cy="18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b="1" lang="e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73"/>
          <p:cNvSpPr txBox="1"/>
          <p:nvPr>
            <p:ph type="title"/>
          </p:nvPr>
        </p:nvSpPr>
        <p:spPr>
          <a:xfrm>
            <a:off x="153989" y="368021"/>
            <a:ext cx="78867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2800"/>
              <a:buFont typeface="Lato Light"/>
              <a:buNone/>
              <a:defRPr i="0" sz="2800" u="none" cap="none" strike="noStrike">
                <a:solidFill>
                  <a:srgbClr val="043263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Light"/>
              <a:buNone/>
              <a:defRPr sz="1800">
                <a:solidFill>
                  <a:srgbClr val="043263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Light"/>
              <a:buNone/>
              <a:defRPr sz="1800">
                <a:solidFill>
                  <a:srgbClr val="043263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Light"/>
              <a:buNone/>
              <a:defRPr sz="1800">
                <a:solidFill>
                  <a:srgbClr val="043263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Light"/>
              <a:buNone/>
              <a:defRPr sz="1800">
                <a:solidFill>
                  <a:srgbClr val="043263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Light"/>
              <a:buNone/>
              <a:defRPr sz="1800">
                <a:solidFill>
                  <a:srgbClr val="043263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Light"/>
              <a:buNone/>
              <a:defRPr sz="1800">
                <a:solidFill>
                  <a:srgbClr val="043263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Light"/>
              <a:buNone/>
              <a:defRPr sz="1800">
                <a:solidFill>
                  <a:srgbClr val="043263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263"/>
              </a:buClr>
              <a:buSzPts val="1400"/>
              <a:buFont typeface="Lato Light"/>
              <a:buNone/>
              <a:defRPr sz="1800">
                <a:solidFill>
                  <a:srgbClr val="043263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38">
          <p15:clr>
            <a:srgbClr val="E46962"/>
          </p15:clr>
        </p15:guide>
        <p15:guide id="2" orient="horz" pos="232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 1">
  <p:cSld name="Title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4"/>
          <p:cNvSpPr/>
          <p:nvPr/>
        </p:nvSpPr>
        <p:spPr>
          <a:xfrm>
            <a:off x="0" y="1"/>
            <a:ext cx="9144000" cy="687600"/>
          </a:xfrm>
          <a:prstGeom prst="rect">
            <a:avLst/>
          </a:prstGeom>
          <a:gradFill>
            <a:gsLst>
              <a:gs pos="0">
                <a:srgbClr val="E9E9E9"/>
              </a:gs>
              <a:gs pos="52000">
                <a:srgbClr val="F4F4F4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41325" lIns="82675" spcFirstLastPara="1" rIns="82675" wrap="square" tIns="41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4"/>
          <p:cNvSpPr txBox="1"/>
          <p:nvPr>
            <p:ph type="title"/>
          </p:nvPr>
        </p:nvSpPr>
        <p:spPr>
          <a:xfrm>
            <a:off x="248325" y="152500"/>
            <a:ext cx="86472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2A5A5"/>
              </a:buClr>
              <a:buSzPts val="3300"/>
              <a:buFont typeface="Arial"/>
              <a:buNone/>
              <a:defRPr b="0" i="0" sz="3300" u="none" cap="none" strike="noStrike">
                <a:solidFill>
                  <a:srgbClr val="02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9pPr>
          </a:lstStyle>
          <a:p/>
        </p:txBody>
      </p:sp>
      <p:sp>
        <p:nvSpPr>
          <p:cNvPr id="261" name="Google Shape;261;p74"/>
          <p:cNvSpPr txBox="1"/>
          <p:nvPr/>
        </p:nvSpPr>
        <p:spPr>
          <a:xfrm>
            <a:off x="8971783" y="43273"/>
            <a:ext cx="212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700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900">
              <a:solidFill>
                <a:srgbClr val="00448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157">
          <p15:clr>
            <a:srgbClr val="FBAE40"/>
          </p15:clr>
        </p15:guide>
        <p15:guide id="3" pos="5604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&quot;breadcrumb&quot; sin logo">
  <p:cSld name="CUSTOM_2_2_1_1_3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5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4" name="Google Shape;264;p75"/>
          <p:cNvSpPr txBox="1"/>
          <p:nvPr>
            <p:ph type="title"/>
          </p:nvPr>
        </p:nvSpPr>
        <p:spPr>
          <a:xfrm>
            <a:off x="342000" y="784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k">
  <p:cSld name="Title &amp; background">
    <p:bg>
      <p:bgPr>
        <a:solidFill>
          <a:srgbClr val="F4F4F4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6"/>
          <p:cNvSpPr txBox="1"/>
          <p:nvPr>
            <p:ph type="title"/>
          </p:nvPr>
        </p:nvSpPr>
        <p:spPr>
          <a:xfrm>
            <a:off x="418122" y="283965"/>
            <a:ext cx="7315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 Black"/>
              <a:buNone/>
              <a:defRPr i="0" sz="23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7" name="Google Shape;267;p76"/>
          <p:cNvSpPr txBox="1"/>
          <p:nvPr/>
        </p:nvSpPr>
        <p:spPr>
          <a:xfrm>
            <a:off x="8915185" y="57711"/>
            <a:ext cx="209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76"/>
          <p:cNvCxnSpPr/>
          <p:nvPr/>
        </p:nvCxnSpPr>
        <p:spPr>
          <a:xfrm>
            <a:off x="8948522" y="161907"/>
            <a:ext cx="135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1" name="Google Shape;271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2" name="Google Shape;272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78" title="skyline-noche.jpg"/>
          <p:cNvPicPr preferRelativeResize="0"/>
          <p:nvPr/>
        </p:nvPicPr>
        <p:blipFill rotWithShape="1">
          <a:blip r:embed="rId2">
            <a:alphaModFix/>
          </a:blip>
          <a:srcRect b="0" l="17018" r="17903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65300" spcFirstLastPara="1" rIns="65300" wrap="square" tIns="65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●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○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■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●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○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■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●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○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Source Serif 4"/>
              <a:buChar char="■"/>
              <a:defRPr b="1" sz="3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76" name="Google Shape;276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foto">
  <p:cSld name="1_Diapositiva de título_1_1">
    <p:bg>
      <p:bgPr>
        <a:solidFill>
          <a:schemeClr val="accen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9"/>
          <p:cNvSpPr/>
          <p:nvPr>
            <p:ph idx="2" type="pic"/>
          </p:nvPr>
        </p:nvSpPr>
        <p:spPr>
          <a:xfrm>
            <a:off x="5416150" y="894650"/>
            <a:ext cx="3393300" cy="3110700"/>
          </a:xfrm>
          <a:prstGeom prst="roundRect">
            <a:avLst>
              <a:gd fmla="val 5565" name="adj"/>
            </a:avLst>
          </a:prstGeom>
          <a:noFill/>
          <a:ln>
            <a:noFill/>
          </a:ln>
        </p:spPr>
      </p:sp>
      <p:sp>
        <p:nvSpPr>
          <p:cNvPr id="279" name="Google Shape;279;p79"/>
          <p:cNvSpPr txBox="1"/>
          <p:nvPr>
            <p:ph type="title"/>
          </p:nvPr>
        </p:nvSpPr>
        <p:spPr>
          <a:xfrm>
            <a:off x="296725" y="783555"/>
            <a:ext cx="40650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80" name="Google Shape;280;p79"/>
          <p:cNvSpPr txBox="1"/>
          <p:nvPr>
            <p:ph idx="1" type="subTitle"/>
          </p:nvPr>
        </p:nvSpPr>
        <p:spPr>
          <a:xfrm>
            <a:off x="361150" y="3418403"/>
            <a:ext cx="4102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b="1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1" name="Google Shape;281;p79"/>
          <p:cNvCxnSpPr/>
          <p:nvPr/>
        </p:nvCxnSpPr>
        <p:spPr>
          <a:xfrm>
            <a:off x="4903450" y="884250"/>
            <a:ext cx="0" cy="315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37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50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26" Type="http://schemas.openxmlformats.org/officeDocument/2006/relationships/theme" Target="../theme/theme4.xml"/><Relationship Id="rId25" Type="http://schemas.openxmlformats.org/officeDocument/2006/relationships/slideLayout" Target="../slideLayouts/slideLayout75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7">
          <p15:clr>
            <a:srgbClr val="E46962"/>
          </p15:clr>
        </p15:guide>
        <p15:guide id="2" pos="217">
          <p15:clr>
            <a:srgbClr val="E46962"/>
          </p15:clr>
        </p15:guide>
        <p15:guide id="3" pos="529">
          <p15:clr>
            <a:srgbClr val="E46962"/>
          </p15:clr>
        </p15:guide>
        <p15:guide id="4" pos="674">
          <p15:clr>
            <a:srgbClr val="E46962"/>
          </p15:clr>
        </p15:guide>
        <p15:guide id="5" pos="986">
          <p15:clr>
            <a:srgbClr val="E46962"/>
          </p15:clr>
        </p15:guide>
        <p15:guide id="6" pos="1130">
          <p15:clr>
            <a:srgbClr val="E46962"/>
          </p15:clr>
        </p15:guide>
        <p15:guide id="7" pos="1442">
          <p15:clr>
            <a:srgbClr val="E46962"/>
          </p15:clr>
        </p15:guide>
        <p15:guide id="8" pos="1586">
          <p15:clr>
            <a:srgbClr val="E46962"/>
          </p15:clr>
        </p15:guide>
        <p15:guide id="9" pos="1898">
          <p15:clr>
            <a:srgbClr val="E46962"/>
          </p15:clr>
        </p15:guide>
        <p15:guide id="10" pos="2043">
          <p15:clr>
            <a:srgbClr val="E46962"/>
          </p15:clr>
        </p15:guide>
        <p15:guide id="11" pos="2355">
          <p15:clr>
            <a:srgbClr val="E46962"/>
          </p15:clr>
        </p15:guide>
        <p15:guide id="12" pos="2499">
          <p15:clr>
            <a:srgbClr val="E46962"/>
          </p15:clr>
        </p15:guide>
        <p15:guide id="13" pos="2811">
          <p15:clr>
            <a:srgbClr val="E46962"/>
          </p15:clr>
        </p15:guide>
        <p15:guide id="14" pos="2955">
          <p15:clr>
            <a:srgbClr val="E46962"/>
          </p15:clr>
        </p15:guide>
        <p15:guide id="15" pos="3267">
          <p15:clr>
            <a:srgbClr val="E46962"/>
          </p15:clr>
        </p15:guide>
        <p15:guide id="16" pos="3412">
          <p15:clr>
            <a:srgbClr val="E46962"/>
          </p15:clr>
        </p15:guide>
        <p15:guide id="17" pos="3724">
          <p15:clr>
            <a:srgbClr val="E46962"/>
          </p15:clr>
        </p15:guide>
        <p15:guide id="18" pos="3868">
          <p15:clr>
            <a:srgbClr val="E46962"/>
          </p15:clr>
        </p15:guide>
        <p15:guide id="19" pos="4180">
          <p15:clr>
            <a:srgbClr val="E46962"/>
          </p15:clr>
        </p15:guide>
        <p15:guide id="20" pos="4324">
          <p15:clr>
            <a:srgbClr val="E46962"/>
          </p15:clr>
        </p15:guide>
        <p15:guide id="21" pos="4637">
          <p15:clr>
            <a:srgbClr val="E46962"/>
          </p15:clr>
        </p15:guide>
        <p15:guide id="22" pos="4781">
          <p15:clr>
            <a:srgbClr val="E46962"/>
          </p15:clr>
        </p15:guide>
        <p15:guide id="23" pos="5093">
          <p15:clr>
            <a:srgbClr val="E46962"/>
          </p15:clr>
        </p15:guide>
        <p15:guide id="24" pos="5237">
          <p15:clr>
            <a:srgbClr val="E46962"/>
          </p15:clr>
        </p15:guide>
        <p15:guide id="25" orient="horz" pos="564">
          <p15:clr>
            <a:srgbClr val="E46962"/>
          </p15:clr>
        </p15:guide>
        <p15:guide id="26" orient="horz" pos="709">
          <p15:clr>
            <a:srgbClr val="E46962"/>
          </p15:clr>
        </p15:guide>
        <p15:guide id="27" orient="horz" pos="1055">
          <p15:clr>
            <a:srgbClr val="E46962"/>
          </p15:clr>
        </p15:guide>
        <p15:guide id="28" orient="horz" pos="1201">
          <p15:clr>
            <a:srgbClr val="E46962"/>
          </p15:clr>
        </p15:guide>
        <p15:guide id="29" orient="horz" pos="1547">
          <p15:clr>
            <a:srgbClr val="E46962"/>
          </p15:clr>
        </p15:guide>
        <p15:guide id="30" orient="horz" pos="1693">
          <p15:clr>
            <a:srgbClr val="E46962"/>
          </p15:clr>
        </p15:guide>
        <p15:guide id="31" orient="horz" pos="2039">
          <p15:clr>
            <a:srgbClr val="E46962"/>
          </p15:clr>
        </p15:guide>
        <p15:guide id="32" orient="horz" pos="2185">
          <p15:clr>
            <a:srgbClr val="E46962"/>
          </p15:clr>
        </p15:guide>
        <p15:guide id="33" orient="horz" pos="2531">
          <p15:clr>
            <a:srgbClr val="E46962"/>
          </p15:clr>
        </p15:guide>
        <p15:guide id="34" orient="horz" pos="2676">
          <p15:clr>
            <a:srgbClr val="E46962"/>
          </p15:clr>
        </p15:guide>
        <p15:guide id="35" orient="horz" pos="74">
          <p15:clr>
            <a:srgbClr val="E46962"/>
          </p15:clr>
        </p15:guide>
        <p15:guide id="36" pos="74">
          <p15:clr>
            <a:srgbClr val="E46962"/>
          </p15:clr>
        </p15:guide>
        <p15:guide id="37" pos="5693">
          <p15:clr>
            <a:srgbClr val="E46962"/>
          </p15:clr>
        </p15:guide>
        <p15:guide id="38" orient="horz" pos="3020">
          <p15:clr>
            <a:srgbClr val="E46962"/>
          </p15:clr>
        </p15:guide>
        <p15:guide id="39" orient="horz" pos="3167">
          <p15:clr>
            <a:srgbClr val="E46962"/>
          </p15:clr>
        </p15:guide>
        <p15:guide id="40" pos="5549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7">
          <p15:clr>
            <a:srgbClr val="E46962"/>
          </p15:clr>
        </p15:guide>
        <p15:guide id="2" pos="217">
          <p15:clr>
            <a:srgbClr val="E46962"/>
          </p15:clr>
        </p15:guide>
        <p15:guide id="3" pos="529">
          <p15:clr>
            <a:srgbClr val="E46962"/>
          </p15:clr>
        </p15:guide>
        <p15:guide id="4" pos="674">
          <p15:clr>
            <a:srgbClr val="E46962"/>
          </p15:clr>
        </p15:guide>
        <p15:guide id="5" pos="986">
          <p15:clr>
            <a:srgbClr val="E46962"/>
          </p15:clr>
        </p15:guide>
        <p15:guide id="6" pos="1130">
          <p15:clr>
            <a:srgbClr val="E46962"/>
          </p15:clr>
        </p15:guide>
        <p15:guide id="7" pos="1442">
          <p15:clr>
            <a:srgbClr val="E46962"/>
          </p15:clr>
        </p15:guide>
        <p15:guide id="8" pos="1586">
          <p15:clr>
            <a:srgbClr val="E46962"/>
          </p15:clr>
        </p15:guide>
        <p15:guide id="9" pos="1898">
          <p15:clr>
            <a:srgbClr val="E46962"/>
          </p15:clr>
        </p15:guide>
        <p15:guide id="10" pos="2043">
          <p15:clr>
            <a:srgbClr val="E46962"/>
          </p15:clr>
        </p15:guide>
        <p15:guide id="11" pos="2355">
          <p15:clr>
            <a:srgbClr val="E46962"/>
          </p15:clr>
        </p15:guide>
        <p15:guide id="12" pos="2499">
          <p15:clr>
            <a:srgbClr val="E46962"/>
          </p15:clr>
        </p15:guide>
        <p15:guide id="13" pos="2811">
          <p15:clr>
            <a:srgbClr val="E46962"/>
          </p15:clr>
        </p15:guide>
        <p15:guide id="14" pos="2955">
          <p15:clr>
            <a:srgbClr val="E46962"/>
          </p15:clr>
        </p15:guide>
        <p15:guide id="15" pos="3267">
          <p15:clr>
            <a:srgbClr val="E46962"/>
          </p15:clr>
        </p15:guide>
        <p15:guide id="16" pos="3412">
          <p15:clr>
            <a:srgbClr val="E46962"/>
          </p15:clr>
        </p15:guide>
        <p15:guide id="17" pos="3724">
          <p15:clr>
            <a:srgbClr val="E46962"/>
          </p15:clr>
        </p15:guide>
        <p15:guide id="18" pos="3868">
          <p15:clr>
            <a:srgbClr val="E46962"/>
          </p15:clr>
        </p15:guide>
        <p15:guide id="19" pos="4180">
          <p15:clr>
            <a:srgbClr val="E46962"/>
          </p15:clr>
        </p15:guide>
        <p15:guide id="20" pos="4324">
          <p15:clr>
            <a:srgbClr val="E46962"/>
          </p15:clr>
        </p15:guide>
        <p15:guide id="21" pos="4637">
          <p15:clr>
            <a:srgbClr val="E46962"/>
          </p15:clr>
        </p15:guide>
        <p15:guide id="22" pos="4781">
          <p15:clr>
            <a:srgbClr val="E46962"/>
          </p15:clr>
        </p15:guide>
        <p15:guide id="23" pos="5093">
          <p15:clr>
            <a:srgbClr val="E46962"/>
          </p15:clr>
        </p15:guide>
        <p15:guide id="24" pos="5237">
          <p15:clr>
            <a:srgbClr val="E46962"/>
          </p15:clr>
        </p15:guide>
        <p15:guide id="25" orient="horz" pos="564">
          <p15:clr>
            <a:srgbClr val="E46962"/>
          </p15:clr>
        </p15:guide>
        <p15:guide id="26" orient="horz" pos="709">
          <p15:clr>
            <a:srgbClr val="E46962"/>
          </p15:clr>
        </p15:guide>
        <p15:guide id="27" orient="horz" pos="1055">
          <p15:clr>
            <a:srgbClr val="E46962"/>
          </p15:clr>
        </p15:guide>
        <p15:guide id="28" orient="horz" pos="1201">
          <p15:clr>
            <a:srgbClr val="E46962"/>
          </p15:clr>
        </p15:guide>
        <p15:guide id="29" orient="horz" pos="1547">
          <p15:clr>
            <a:srgbClr val="E46962"/>
          </p15:clr>
        </p15:guide>
        <p15:guide id="30" orient="horz" pos="1693">
          <p15:clr>
            <a:srgbClr val="E46962"/>
          </p15:clr>
        </p15:guide>
        <p15:guide id="31" orient="horz" pos="2039">
          <p15:clr>
            <a:srgbClr val="E46962"/>
          </p15:clr>
        </p15:guide>
        <p15:guide id="32" orient="horz" pos="2185">
          <p15:clr>
            <a:srgbClr val="E46962"/>
          </p15:clr>
        </p15:guide>
        <p15:guide id="33" orient="horz" pos="2531">
          <p15:clr>
            <a:srgbClr val="E46962"/>
          </p15:clr>
        </p15:guide>
        <p15:guide id="34" orient="horz" pos="2676">
          <p15:clr>
            <a:srgbClr val="E46962"/>
          </p15:clr>
        </p15:guide>
        <p15:guide id="35" orient="horz" pos="74">
          <p15:clr>
            <a:srgbClr val="E46962"/>
          </p15:clr>
        </p15:guide>
        <p15:guide id="36" pos="74">
          <p15:clr>
            <a:srgbClr val="E46962"/>
          </p15:clr>
        </p15:guide>
        <p15:guide id="37" pos="5693">
          <p15:clr>
            <a:srgbClr val="E46962"/>
          </p15:clr>
        </p15:guide>
        <p15:guide id="38" orient="horz" pos="3020">
          <p15:clr>
            <a:srgbClr val="E46962"/>
          </p15:clr>
        </p15:guide>
        <p15:guide id="39" orient="horz" pos="3167">
          <p15:clr>
            <a:srgbClr val="E46962"/>
          </p15:clr>
        </p15:guide>
        <p15:guide id="40" pos="5549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7">
          <p15:clr>
            <a:srgbClr val="E46962"/>
          </p15:clr>
        </p15:guide>
        <p15:guide id="2" pos="217">
          <p15:clr>
            <a:srgbClr val="E46962"/>
          </p15:clr>
        </p15:guide>
        <p15:guide id="3" pos="529">
          <p15:clr>
            <a:srgbClr val="E46962"/>
          </p15:clr>
        </p15:guide>
        <p15:guide id="4" pos="674">
          <p15:clr>
            <a:srgbClr val="E46962"/>
          </p15:clr>
        </p15:guide>
        <p15:guide id="5" pos="986">
          <p15:clr>
            <a:srgbClr val="E46962"/>
          </p15:clr>
        </p15:guide>
        <p15:guide id="6" pos="1130">
          <p15:clr>
            <a:srgbClr val="E46962"/>
          </p15:clr>
        </p15:guide>
        <p15:guide id="7" pos="1442">
          <p15:clr>
            <a:srgbClr val="E46962"/>
          </p15:clr>
        </p15:guide>
        <p15:guide id="8" pos="1586">
          <p15:clr>
            <a:srgbClr val="E46962"/>
          </p15:clr>
        </p15:guide>
        <p15:guide id="9" pos="1898">
          <p15:clr>
            <a:srgbClr val="E46962"/>
          </p15:clr>
        </p15:guide>
        <p15:guide id="10" pos="2043">
          <p15:clr>
            <a:srgbClr val="E46962"/>
          </p15:clr>
        </p15:guide>
        <p15:guide id="11" pos="2355">
          <p15:clr>
            <a:srgbClr val="E46962"/>
          </p15:clr>
        </p15:guide>
        <p15:guide id="12" pos="2499">
          <p15:clr>
            <a:srgbClr val="E46962"/>
          </p15:clr>
        </p15:guide>
        <p15:guide id="13" pos="2811">
          <p15:clr>
            <a:srgbClr val="E46962"/>
          </p15:clr>
        </p15:guide>
        <p15:guide id="14" pos="2955">
          <p15:clr>
            <a:srgbClr val="E46962"/>
          </p15:clr>
        </p15:guide>
        <p15:guide id="15" pos="3267">
          <p15:clr>
            <a:srgbClr val="E46962"/>
          </p15:clr>
        </p15:guide>
        <p15:guide id="16" pos="3412">
          <p15:clr>
            <a:srgbClr val="E46962"/>
          </p15:clr>
        </p15:guide>
        <p15:guide id="17" pos="3724">
          <p15:clr>
            <a:srgbClr val="E46962"/>
          </p15:clr>
        </p15:guide>
        <p15:guide id="18" pos="3868">
          <p15:clr>
            <a:srgbClr val="E46962"/>
          </p15:clr>
        </p15:guide>
        <p15:guide id="19" pos="4180">
          <p15:clr>
            <a:srgbClr val="E46962"/>
          </p15:clr>
        </p15:guide>
        <p15:guide id="20" pos="4324">
          <p15:clr>
            <a:srgbClr val="E46962"/>
          </p15:clr>
        </p15:guide>
        <p15:guide id="21" pos="4637">
          <p15:clr>
            <a:srgbClr val="E46962"/>
          </p15:clr>
        </p15:guide>
        <p15:guide id="22" pos="4781">
          <p15:clr>
            <a:srgbClr val="E46962"/>
          </p15:clr>
        </p15:guide>
        <p15:guide id="23" pos="5093">
          <p15:clr>
            <a:srgbClr val="E46962"/>
          </p15:clr>
        </p15:guide>
        <p15:guide id="24" pos="5237">
          <p15:clr>
            <a:srgbClr val="E46962"/>
          </p15:clr>
        </p15:guide>
        <p15:guide id="25" orient="horz" pos="564">
          <p15:clr>
            <a:srgbClr val="E46962"/>
          </p15:clr>
        </p15:guide>
        <p15:guide id="26" orient="horz" pos="709">
          <p15:clr>
            <a:srgbClr val="E46962"/>
          </p15:clr>
        </p15:guide>
        <p15:guide id="27" orient="horz" pos="1055">
          <p15:clr>
            <a:srgbClr val="E46962"/>
          </p15:clr>
        </p15:guide>
        <p15:guide id="28" orient="horz" pos="1201">
          <p15:clr>
            <a:srgbClr val="E46962"/>
          </p15:clr>
        </p15:guide>
        <p15:guide id="29" orient="horz" pos="1547">
          <p15:clr>
            <a:srgbClr val="E46962"/>
          </p15:clr>
        </p15:guide>
        <p15:guide id="30" orient="horz" pos="1693">
          <p15:clr>
            <a:srgbClr val="E46962"/>
          </p15:clr>
        </p15:guide>
        <p15:guide id="31" orient="horz" pos="2039">
          <p15:clr>
            <a:srgbClr val="E46962"/>
          </p15:clr>
        </p15:guide>
        <p15:guide id="32" orient="horz" pos="2185">
          <p15:clr>
            <a:srgbClr val="E46962"/>
          </p15:clr>
        </p15:guide>
        <p15:guide id="33" orient="horz" pos="2531">
          <p15:clr>
            <a:srgbClr val="E46962"/>
          </p15:clr>
        </p15:guide>
        <p15:guide id="34" orient="horz" pos="2676">
          <p15:clr>
            <a:srgbClr val="E46962"/>
          </p15:clr>
        </p15:guide>
        <p15:guide id="35" orient="horz" pos="74">
          <p15:clr>
            <a:srgbClr val="E46962"/>
          </p15:clr>
        </p15:guide>
        <p15:guide id="36" pos="74">
          <p15:clr>
            <a:srgbClr val="E46962"/>
          </p15:clr>
        </p15:guide>
        <p15:guide id="37" pos="5693">
          <p15:clr>
            <a:srgbClr val="E46962"/>
          </p15:clr>
        </p15:guide>
        <p15:guide id="38" orient="horz" pos="3020">
          <p15:clr>
            <a:srgbClr val="E46962"/>
          </p15:clr>
        </p15:guide>
        <p15:guide id="39" orient="horz" pos="3167">
          <p15:clr>
            <a:srgbClr val="E46962"/>
          </p15:clr>
        </p15:guide>
        <p15:guide id="40" pos="5549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7">
          <p15:clr>
            <a:srgbClr val="E46962"/>
          </p15:clr>
        </p15:guide>
        <p15:guide id="2" pos="217">
          <p15:clr>
            <a:srgbClr val="E46962"/>
          </p15:clr>
        </p15:guide>
        <p15:guide id="3" pos="529">
          <p15:clr>
            <a:srgbClr val="E46962"/>
          </p15:clr>
        </p15:guide>
        <p15:guide id="4" pos="674">
          <p15:clr>
            <a:srgbClr val="E46962"/>
          </p15:clr>
        </p15:guide>
        <p15:guide id="5" pos="986">
          <p15:clr>
            <a:srgbClr val="E46962"/>
          </p15:clr>
        </p15:guide>
        <p15:guide id="6" pos="1130">
          <p15:clr>
            <a:srgbClr val="E46962"/>
          </p15:clr>
        </p15:guide>
        <p15:guide id="7" pos="1442">
          <p15:clr>
            <a:srgbClr val="E46962"/>
          </p15:clr>
        </p15:guide>
        <p15:guide id="8" pos="1586">
          <p15:clr>
            <a:srgbClr val="E46962"/>
          </p15:clr>
        </p15:guide>
        <p15:guide id="9" pos="1898">
          <p15:clr>
            <a:srgbClr val="E46962"/>
          </p15:clr>
        </p15:guide>
        <p15:guide id="10" pos="2043">
          <p15:clr>
            <a:srgbClr val="E46962"/>
          </p15:clr>
        </p15:guide>
        <p15:guide id="11" pos="2355">
          <p15:clr>
            <a:srgbClr val="E46962"/>
          </p15:clr>
        </p15:guide>
        <p15:guide id="12" pos="2499">
          <p15:clr>
            <a:srgbClr val="E46962"/>
          </p15:clr>
        </p15:guide>
        <p15:guide id="13" pos="2811">
          <p15:clr>
            <a:srgbClr val="E46962"/>
          </p15:clr>
        </p15:guide>
        <p15:guide id="14" pos="2955">
          <p15:clr>
            <a:srgbClr val="E46962"/>
          </p15:clr>
        </p15:guide>
        <p15:guide id="15" pos="3267">
          <p15:clr>
            <a:srgbClr val="E46962"/>
          </p15:clr>
        </p15:guide>
        <p15:guide id="16" pos="3412">
          <p15:clr>
            <a:srgbClr val="E46962"/>
          </p15:clr>
        </p15:guide>
        <p15:guide id="17" pos="3724">
          <p15:clr>
            <a:srgbClr val="E46962"/>
          </p15:clr>
        </p15:guide>
        <p15:guide id="18" pos="3868">
          <p15:clr>
            <a:srgbClr val="E46962"/>
          </p15:clr>
        </p15:guide>
        <p15:guide id="19" pos="4180">
          <p15:clr>
            <a:srgbClr val="E46962"/>
          </p15:clr>
        </p15:guide>
        <p15:guide id="20" pos="4324">
          <p15:clr>
            <a:srgbClr val="E46962"/>
          </p15:clr>
        </p15:guide>
        <p15:guide id="21" pos="4637">
          <p15:clr>
            <a:srgbClr val="E46962"/>
          </p15:clr>
        </p15:guide>
        <p15:guide id="22" pos="4781">
          <p15:clr>
            <a:srgbClr val="E46962"/>
          </p15:clr>
        </p15:guide>
        <p15:guide id="23" pos="5093">
          <p15:clr>
            <a:srgbClr val="E46962"/>
          </p15:clr>
        </p15:guide>
        <p15:guide id="24" pos="5237">
          <p15:clr>
            <a:srgbClr val="E46962"/>
          </p15:clr>
        </p15:guide>
        <p15:guide id="25" orient="horz" pos="564">
          <p15:clr>
            <a:srgbClr val="E46962"/>
          </p15:clr>
        </p15:guide>
        <p15:guide id="26" orient="horz" pos="709">
          <p15:clr>
            <a:srgbClr val="E46962"/>
          </p15:clr>
        </p15:guide>
        <p15:guide id="27" orient="horz" pos="1055">
          <p15:clr>
            <a:srgbClr val="E46962"/>
          </p15:clr>
        </p15:guide>
        <p15:guide id="28" orient="horz" pos="1201">
          <p15:clr>
            <a:srgbClr val="E46962"/>
          </p15:clr>
        </p15:guide>
        <p15:guide id="29" orient="horz" pos="1547">
          <p15:clr>
            <a:srgbClr val="E46962"/>
          </p15:clr>
        </p15:guide>
        <p15:guide id="30" orient="horz" pos="1693">
          <p15:clr>
            <a:srgbClr val="E46962"/>
          </p15:clr>
        </p15:guide>
        <p15:guide id="31" orient="horz" pos="2039">
          <p15:clr>
            <a:srgbClr val="E46962"/>
          </p15:clr>
        </p15:guide>
        <p15:guide id="32" orient="horz" pos="2185">
          <p15:clr>
            <a:srgbClr val="E46962"/>
          </p15:clr>
        </p15:guide>
        <p15:guide id="33" orient="horz" pos="2531">
          <p15:clr>
            <a:srgbClr val="E46962"/>
          </p15:clr>
        </p15:guide>
        <p15:guide id="34" orient="horz" pos="2676">
          <p15:clr>
            <a:srgbClr val="E46962"/>
          </p15:clr>
        </p15:guide>
        <p15:guide id="35" orient="horz" pos="74">
          <p15:clr>
            <a:srgbClr val="E46962"/>
          </p15:clr>
        </p15:guide>
        <p15:guide id="36" pos="74">
          <p15:clr>
            <a:srgbClr val="E46962"/>
          </p15:clr>
        </p15:guide>
        <p15:guide id="37" pos="5693">
          <p15:clr>
            <a:srgbClr val="E46962"/>
          </p15:clr>
        </p15:guide>
        <p15:guide id="38" orient="horz" pos="3020">
          <p15:clr>
            <a:srgbClr val="E46962"/>
          </p15:clr>
        </p15:guide>
        <p15:guide id="39" orient="horz" pos="3167">
          <p15:clr>
            <a:srgbClr val="E46962"/>
          </p15:clr>
        </p15:guide>
        <p15:guide id="40" pos="554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0"/>
          <p:cNvSpPr txBox="1"/>
          <p:nvPr>
            <p:ph type="title"/>
          </p:nvPr>
        </p:nvSpPr>
        <p:spPr>
          <a:xfrm>
            <a:off x="334525" y="2139601"/>
            <a:ext cx="5681100" cy="20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Arial"/>
              <a:buNone/>
            </a:pPr>
            <a:r>
              <a:rPr lang="es" sz="6200">
                <a:solidFill>
                  <a:schemeClr val="lt2"/>
                </a:solidFill>
              </a:rPr>
              <a:t>NPS y causalidad Web</a:t>
            </a:r>
            <a:endParaRPr sz="6200"/>
          </a:p>
        </p:txBody>
      </p:sp>
      <p:sp>
        <p:nvSpPr>
          <p:cNvPr id="287" name="Google Shape;287;p80"/>
          <p:cNvSpPr txBox="1"/>
          <p:nvPr>
            <p:ph idx="1" type="subTitle"/>
          </p:nvPr>
        </p:nvSpPr>
        <p:spPr>
          <a:xfrm>
            <a:off x="348425" y="1798700"/>
            <a:ext cx="44217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BBVA México · Enterprise Web · VoC e incidencias</a:t>
            </a:r>
            <a:endParaRPr/>
          </a:p>
        </p:txBody>
      </p:sp>
      <p:pic>
        <p:nvPicPr>
          <p:cNvPr id="288" name="Google Shape;288;p80" title="graphic-glass.png"/>
          <p:cNvPicPr preferRelativeResize="0"/>
          <p:nvPr/>
        </p:nvPicPr>
        <p:blipFill rotWithShape="1">
          <a:blip r:embed="rId3">
            <a:alphaModFix/>
          </a:blip>
          <a:srcRect b="9549" l="10790" r="8139" t="4886"/>
          <a:stretch/>
        </p:blipFill>
        <p:spPr>
          <a:xfrm>
            <a:off x="6003250" y="1675450"/>
            <a:ext cx="2806125" cy="296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6EA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1"/>
          <p:cNvSpPr txBox="1"/>
          <p:nvPr>
            <p:ph type="title"/>
          </p:nvPr>
        </p:nvSpPr>
        <p:spPr>
          <a:xfrm>
            <a:off x="342000" y="226800"/>
            <a:ext cx="6709800" cy="3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Agenda </a:t>
            </a:r>
            <a:endParaRPr sz="2400"/>
          </a:p>
        </p:txBody>
      </p:sp>
      <p:sp>
        <p:nvSpPr>
          <p:cNvPr id="294" name="Google Shape;294;p81"/>
          <p:cNvSpPr/>
          <p:nvPr/>
        </p:nvSpPr>
        <p:spPr>
          <a:xfrm>
            <a:off x="456027" y="1052825"/>
            <a:ext cx="3930900" cy="3311100"/>
          </a:xfrm>
          <a:prstGeom prst="roundRect">
            <a:avLst>
              <a:gd fmla="val 50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65275" lIns="216000" spcFirstLastPara="1" rIns="65275" wrap="square" tIns="831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060E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Señal NPS y fricciones</a:t>
            </a:r>
            <a:endParaRPr b="1" sz="19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" name="Google Shape;295;p81"/>
          <p:cNvSpPr/>
          <p:nvPr/>
        </p:nvSpPr>
        <p:spPr>
          <a:xfrm>
            <a:off x="684627" y="1281554"/>
            <a:ext cx="1265400" cy="325800"/>
          </a:xfrm>
          <a:prstGeom prst="roundRect">
            <a:avLst>
              <a:gd fmla="val 50000" name="adj"/>
            </a:avLst>
          </a:prstGeom>
          <a:solidFill>
            <a:srgbClr val="001391"/>
          </a:solidFill>
          <a:ln>
            <a:noFill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CHAPTER 1</a:t>
            </a:r>
            <a:endParaRPr sz="1228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" name="Google Shape;296;p81"/>
          <p:cNvSpPr/>
          <p:nvPr/>
        </p:nvSpPr>
        <p:spPr>
          <a:xfrm>
            <a:off x="4757486" y="1052825"/>
            <a:ext cx="3930300" cy="3310800"/>
          </a:xfrm>
          <a:prstGeom prst="roundRect">
            <a:avLst>
              <a:gd fmla="val 50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65275" lIns="216000" spcFirstLastPara="1" rIns="65275" wrap="square" tIns="831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060E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Causalidad y journeys</a:t>
            </a:r>
            <a:endParaRPr b="1" sz="19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7" name="Google Shape;297;p81"/>
          <p:cNvSpPr/>
          <p:nvPr/>
        </p:nvSpPr>
        <p:spPr>
          <a:xfrm>
            <a:off x="5104253" y="1281554"/>
            <a:ext cx="1265400" cy="325800"/>
          </a:xfrm>
          <a:prstGeom prst="roundRect">
            <a:avLst>
              <a:gd fmla="val 50000" name="adj"/>
            </a:avLst>
          </a:prstGeom>
          <a:solidFill>
            <a:srgbClr val="001391"/>
          </a:solidFill>
          <a:ln>
            <a:noFill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CHAPTER 2</a:t>
            </a:r>
            <a:endParaRPr sz="1228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8" name="Google Shape;298;p81"/>
          <p:cNvSpPr txBox="1"/>
          <p:nvPr/>
        </p:nvSpPr>
        <p:spPr>
          <a:xfrm>
            <a:off x="5659491" y="2741961"/>
            <a:ext cx="27663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5000"/>
              </a:spcBef>
              <a:spcAft>
                <a:spcPts val="0"/>
              </a:spcAft>
              <a:buNone/>
            </a:pPr>
            <a:r>
              <a:rPr b="1" lang="es" sz="1428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Cruce de incidencias Helix y comentarios para aislar los journeys de detracción prioritarios.</a:t>
            </a:r>
            <a:endParaRPr b="1" sz="1428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" name="Google Shape;299;p81"/>
          <p:cNvSpPr txBox="1"/>
          <p:nvPr/>
        </p:nvSpPr>
        <p:spPr>
          <a:xfrm>
            <a:off x="1313692" y="2741967"/>
            <a:ext cx="2466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5000"/>
              </a:spcBef>
              <a:spcAft>
                <a:spcPts val="0"/>
              </a:spcAft>
              <a:buNone/>
            </a:pPr>
            <a:r>
              <a:rPr b="1" lang="es" sz="1428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Evolución del NPS, temas detractores y palancas con mayor impacto en la experiencia.</a:t>
            </a:r>
            <a:endParaRPr b="1" sz="1428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0" name="Google Shape;300;p81" title="aeropla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527" y="2698936"/>
            <a:ext cx="380700" cy="380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301" name="Google Shape;301;p81" title="construction-helme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8886" y="2698935"/>
            <a:ext cx="380700" cy="38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2"/>
          <p:cNvSpPr/>
          <p:nvPr/>
        </p:nvSpPr>
        <p:spPr>
          <a:xfrm>
            <a:off x="509250" y="984575"/>
            <a:ext cx="8131200" cy="3809700"/>
          </a:xfrm>
          <a:prstGeom prst="roundRect">
            <a:avLst>
              <a:gd fmla="val 68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82"/>
          <p:cNvSpPr txBox="1"/>
          <p:nvPr/>
        </p:nvSpPr>
        <p:spPr>
          <a:xfrm>
            <a:off x="695997" y="1210200"/>
            <a:ext cx="5583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rgbClr val="5BBE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1.</a:t>
            </a:r>
            <a:endParaRPr b="1" sz="2300">
              <a:solidFill>
                <a:srgbClr val="5BBEFF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08" name="Google Shape;308;p82"/>
          <p:cNvSpPr txBox="1"/>
          <p:nvPr/>
        </p:nvSpPr>
        <p:spPr>
          <a:xfrm>
            <a:off x="695997" y="2326264"/>
            <a:ext cx="5583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rgbClr val="5BBE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2.</a:t>
            </a:r>
            <a:endParaRPr b="1" sz="2300">
              <a:solidFill>
                <a:srgbClr val="5BBEFF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09" name="Google Shape;309;p82"/>
          <p:cNvSpPr txBox="1"/>
          <p:nvPr/>
        </p:nvSpPr>
        <p:spPr>
          <a:xfrm>
            <a:off x="695997" y="3421605"/>
            <a:ext cx="5937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rgbClr val="5BBE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3.</a:t>
            </a:r>
            <a:endParaRPr b="1" sz="2300">
              <a:solidFill>
                <a:srgbClr val="5BBEFF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10" name="Google Shape;310;p82"/>
          <p:cNvSpPr txBox="1"/>
          <p:nvPr/>
        </p:nvSpPr>
        <p:spPr>
          <a:xfrm>
            <a:off x="1168671" y="1283775"/>
            <a:ext cx="72276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 experiencia mejora, pero persisten fricciones</a:t>
            </a:r>
            <a:r>
              <a:rPr b="1" lang="e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s" sz="1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El NPS clásico arranca en 45,65 y cierra la serie en 58,33, mientras el peso detractor baja de 18,48% a 14,17%.</a:t>
            </a:r>
            <a:endParaRPr sz="1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aseline="30000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82"/>
          <p:cNvSpPr txBox="1"/>
          <p:nvPr/>
        </p:nvSpPr>
        <p:spPr>
          <a:xfrm>
            <a:off x="1168650" y="3497270"/>
            <a:ext cx="72276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Tres journeys conectan VoC e incidencias</a:t>
            </a:r>
            <a:r>
              <a:rPr b="1" lang="e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s" sz="1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Acceso bloqueado, operativa crítica fallida y rendimiento degradado reúnen 63 vínculos validados y concentran la evidencia causal priorizada.</a:t>
            </a:r>
            <a:endParaRPr baseline="30000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2" name="Google Shape;312;p82"/>
          <p:cNvSpPr txBox="1"/>
          <p:nvPr/>
        </p:nvSpPr>
        <p:spPr>
          <a:xfrm>
            <a:off x="1168671" y="2377391"/>
            <a:ext cx="72276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Funcionamiento continuo lidera el potencial</a:t>
            </a:r>
            <a:r>
              <a:rPr b="1" lang="e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s" sz="1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Es la palanca con mayor evidencia de fricción y el modelo estima un potencial de mejora de +59,04 puntos, con confianza aproximada de 0,71.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" name="Google Shape;313;p82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Executive Summary</a:t>
            </a:r>
            <a:endParaRPr sz="24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3"/>
          <p:cNvSpPr txBox="1"/>
          <p:nvPr/>
        </p:nvSpPr>
        <p:spPr>
          <a:xfrm>
            <a:off x="8812299" y="4770250"/>
            <a:ext cx="33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" name="Google Shape;319;p83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El NPS mejora mientras cae el peso detractor</a:t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cxnSp>
        <p:nvCxnSpPr>
          <p:cNvPr id="320" name="Google Shape;320;p83"/>
          <p:cNvCxnSpPr/>
          <p:nvPr/>
        </p:nvCxnSpPr>
        <p:spPr>
          <a:xfrm>
            <a:off x="3162600" y="1087843"/>
            <a:ext cx="0" cy="3198900"/>
          </a:xfrm>
          <a:prstGeom prst="straightConnector1">
            <a:avLst/>
          </a:prstGeom>
          <a:noFill/>
          <a:ln cap="flat" cmpd="sng" w="11800">
            <a:solidFill>
              <a:srgbClr val="00139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83"/>
          <p:cNvSpPr/>
          <p:nvPr/>
        </p:nvSpPr>
        <p:spPr>
          <a:xfrm>
            <a:off x="344875" y="4477696"/>
            <a:ext cx="8565000" cy="528000"/>
          </a:xfrm>
          <a:prstGeom prst="roundRect">
            <a:avLst>
              <a:gd fmla="val 12218" name="adj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La mejora es clara; la fuente también muestra 57,33 como KPI resumen de julio.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22" name="Google Shape;322;p83"/>
          <p:cNvSpPr/>
          <p:nvPr/>
        </p:nvSpPr>
        <p:spPr>
          <a:xfrm>
            <a:off x="3395562" y="1204000"/>
            <a:ext cx="5497200" cy="3096300"/>
          </a:xfrm>
          <a:prstGeom prst="roundRect">
            <a:avLst>
              <a:gd fmla="val 30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139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23" name="Google Shape;323;p83"/>
          <p:cNvSpPr/>
          <p:nvPr/>
        </p:nvSpPr>
        <p:spPr>
          <a:xfrm>
            <a:off x="3395562" y="1091600"/>
            <a:ext cx="5497200" cy="393900"/>
          </a:xfrm>
          <a:prstGeom prst="round2SameRect">
            <a:avLst>
              <a:gd fmla="val 15026" name="adj1"/>
              <a:gd fmla="val 0" name="adj2"/>
            </a:avLst>
          </a:prstGeom>
          <a:solidFill>
            <a:srgbClr val="001391"/>
          </a:solidFill>
          <a:ln>
            <a:noFill/>
          </a:ln>
        </p:spPr>
        <p:txBody>
          <a:bodyPr anchorCtr="0" anchor="ctr" bIns="90000" lIns="91425" spcFirstLastPara="1" rIns="91425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Evolución del NPS clásico</a:t>
            </a:r>
            <a:b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s" sz="900">
                <a:solidFill>
                  <a:srgbClr val="FFFFFF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Inicio y cierre del periodo analizado</a:t>
            </a:r>
            <a:endParaRPr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324" name="Google Shape;324;p83"/>
          <p:cNvSpPr/>
          <p:nvPr/>
        </p:nvSpPr>
        <p:spPr>
          <a:xfrm>
            <a:off x="571604" y="1105139"/>
            <a:ext cx="2364000" cy="1388100"/>
          </a:xfrm>
          <a:prstGeom prst="roundRect">
            <a:avLst>
              <a:gd fmla="val 76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83"/>
          <p:cNvSpPr txBox="1"/>
          <p:nvPr/>
        </p:nvSpPr>
        <p:spPr>
          <a:xfrm>
            <a:off x="773404" y="1612914"/>
            <a:ext cx="1847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45,65</a:t>
            </a:r>
            <a:endParaRPr b="1" sz="3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26" name="Google Shape;326;p83"/>
          <p:cNvSpPr txBox="1"/>
          <p:nvPr/>
        </p:nvSpPr>
        <p:spPr>
          <a:xfrm>
            <a:off x="765350" y="1196700"/>
            <a:ext cx="20100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NPS inicio</a:t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" name="Google Shape;327;p83"/>
          <p:cNvSpPr/>
          <p:nvPr/>
        </p:nvSpPr>
        <p:spPr>
          <a:xfrm>
            <a:off x="572079" y="2860789"/>
            <a:ext cx="2364000" cy="1388100"/>
          </a:xfrm>
          <a:prstGeom prst="roundRect">
            <a:avLst>
              <a:gd fmla="val 76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8" name="Google Shape;328;p83"/>
          <p:cNvSpPr txBox="1"/>
          <p:nvPr/>
        </p:nvSpPr>
        <p:spPr>
          <a:xfrm>
            <a:off x="773879" y="3368564"/>
            <a:ext cx="1847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58,33</a:t>
            </a:r>
            <a:endParaRPr b="1" sz="3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29" name="Google Shape;329;p83"/>
          <p:cNvSpPr txBox="1"/>
          <p:nvPr/>
        </p:nvSpPr>
        <p:spPr>
          <a:xfrm>
            <a:off x="765943" y="2952350"/>
            <a:ext cx="20100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NPS cierre</a:t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0" name="Google Shape;33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0839" y="1675450"/>
            <a:ext cx="3978921" cy="246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4"/>
          <p:cNvSpPr/>
          <p:nvPr/>
        </p:nvSpPr>
        <p:spPr>
          <a:xfrm>
            <a:off x="2885175" y="1300400"/>
            <a:ext cx="5924100" cy="3096300"/>
          </a:xfrm>
          <a:prstGeom prst="roundRect">
            <a:avLst>
              <a:gd fmla="val 30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139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36" name="Google Shape;336;p84"/>
          <p:cNvSpPr/>
          <p:nvPr/>
        </p:nvSpPr>
        <p:spPr>
          <a:xfrm>
            <a:off x="1810417" y="2234844"/>
            <a:ext cx="129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4"/>
          <p:cNvSpPr/>
          <p:nvPr/>
        </p:nvSpPr>
        <p:spPr>
          <a:xfrm>
            <a:off x="2885175" y="1188000"/>
            <a:ext cx="5924100" cy="393900"/>
          </a:xfrm>
          <a:prstGeom prst="round2SameRect">
            <a:avLst>
              <a:gd fmla="val 15026" name="adj1"/>
              <a:gd fmla="val 0" name="adj2"/>
            </a:avLst>
          </a:prstGeom>
          <a:solidFill>
            <a:srgbClr val="001391"/>
          </a:solidFill>
          <a:ln>
            <a:noFill/>
          </a:ln>
        </p:spPr>
        <p:txBody>
          <a:bodyPr anchorCtr="0" anchor="ctr" bIns="90000" lIns="91425" spcFirstLastPara="1" rIns="91425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Temas más repetidos</a:t>
            </a:r>
            <a:b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s" sz="900">
                <a:solidFill>
                  <a:srgbClr val="FFFFFF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Comentarios detractores del periodo enero a julio de 2026</a:t>
            </a:r>
            <a:endParaRPr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338" name="Google Shape;338;p84"/>
          <p:cNvSpPr txBox="1"/>
          <p:nvPr/>
        </p:nvSpPr>
        <p:spPr>
          <a:xfrm>
            <a:off x="299450" y="1555244"/>
            <a:ext cx="22389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noAutofit/>
          </a:bodyPr>
          <a:lstStyle/>
          <a:p>
            <a:pPr indent="-16620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91"/>
              </a:buClr>
              <a:buSzPts val="1200"/>
              <a:buFont typeface="Source Serif 4 Light"/>
              <a:buChar char="➢"/>
            </a:pPr>
            <a:r>
              <a:rPr lang="es" sz="1200">
                <a:solidFill>
                  <a:srgbClr val="001391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Las menciones combinan fallas de banca y plataforma con una percepción de experiencia lenta y poco amigable.</a:t>
            </a:r>
            <a:endParaRPr sz="12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  <a:p>
            <a:pPr indent="-166200" lvl="0" marL="269999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1391"/>
              </a:buClr>
              <a:buSzPts val="1200"/>
              <a:buFont typeface="Source Serif 4 Light"/>
              <a:buChar char="➢"/>
            </a:pPr>
            <a:r>
              <a:rPr lang="es" sz="1200">
                <a:solidFill>
                  <a:srgbClr val="001391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También aparecen restricciones para realizar pagos y operaciones que antes estaban disponibles.</a:t>
            </a:r>
            <a:r>
              <a:rPr lang="es" sz="1200">
                <a:solidFill>
                  <a:srgbClr val="001391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 </a:t>
            </a:r>
            <a:endParaRPr sz="12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339" name="Google Shape;339;p84"/>
          <p:cNvSpPr/>
          <p:nvPr/>
        </p:nvSpPr>
        <p:spPr>
          <a:xfrm>
            <a:off x="344875" y="4582862"/>
            <a:ext cx="8565000" cy="422700"/>
          </a:xfrm>
          <a:prstGeom prst="roundRect">
            <a:avLst>
              <a:gd fmla="val 12218" name="adj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La fricción se concentra en disponibilidad, usabilidad y capacidad para completar operaciones.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40" name="Google Shape;340;p84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Los detractores describen fallas, lentitud y pagos</a:t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41" name="Google Shape;341;p84"/>
          <p:cNvSpPr txBox="1"/>
          <p:nvPr/>
        </p:nvSpPr>
        <p:spPr>
          <a:xfrm>
            <a:off x="3242700" y="1816350"/>
            <a:ext cx="5228100" cy="22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9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graphicFrame>
        <p:nvGraphicFramePr>
          <p:cNvPr id="342" name="Google Shape;342;p84"/>
          <p:cNvGraphicFramePr/>
          <p:nvPr/>
        </p:nvGraphicFramePr>
        <p:xfrm>
          <a:off x="3242700" y="181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{F9CD4136-1488-480C-921F-EF382FB51B2E}</a:tableStyleId>
              </a:tblPr>
              <a:tblGrid>
                <a:gridCol w="1307025"/>
                <a:gridCol w="1307025"/>
                <a:gridCol w="1307025"/>
                <a:gridCol w="1307025"/>
              </a:tblGrid>
              <a:tr h="55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Tema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Señales repetidas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Ejemplo 1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Ejemplo 2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</a:tr>
              <a:tr h="55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Fallas de banca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banca, fallas, app, plataforma, pésima, funciona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Tengo 4 años con BBVA y no me ofrecen...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Dar mejor seguimientos a los trámites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55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Experiencia web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página, amigable, banca, es amigable, lenta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 nuevo formato de banca es insoportable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 aplicación es sumamente limitada...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55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Pagos y operativa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hacer, deja, puedo, pagos, puedo hacer, hacer pagos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 la app móvil no puedo ver ambas cuentas...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Ya no puedo hacer pagos CIE...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5"/>
          <p:cNvSpPr/>
          <p:nvPr/>
        </p:nvSpPr>
        <p:spPr>
          <a:xfrm>
            <a:off x="2885175" y="1300400"/>
            <a:ext cx="5924100" cy="3096300"/>
          </a:xfrm>
          <a:prstGeom prst="roundRect">
            <a:avLst>
              <a:gd fmla="val 30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139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48" name="Google Shape;348;p85"/>
          <p:cNvSpPr/>
          <p:nvPr/>
        </p:nvSpPr>
        <p:spPr>
          <a:xfrm>
            <a:off x="1810417" y="2234844"/>
            <a:ext cx="129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5"/>
          <p:cNvSpPr/>
          <p:nvPr/>
        </p:nvSpPr>
        <p:spPr>
          <a:xfrm>
            <a:off x="2885175" y="1188000"/>
            <a:ext cx="5924100" cy="393900"/>
          </a:xfrm>
          <a:prstGeom prst="round2SameRect">
            <a:avLst>
              <a:gd fmla="val 15026" name="adj1"/>
              <a:gd fmla="val 0" name="adj2"/>
            </a:avLst>
          </a:prstGeom>
          <a:solidFill>
            <a:srgbClr val="001391"/>
          </a:solidFill>
          <a:ln>
            <a:noFill/>
          </a:ln>
        </p:spPr>
        <p:txBody>
          <a:bodyPr anchorCtr="0" anchor="ctr" bIns="90000" lIns="91425" spcFirstLastPara="1" rIns="91425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Focos Web por palanca</a:t>
            </a:r>
            <a:b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s" sz="900">
                <a:solidFill>
                  <a:srgbClr val="FFFFFF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Score y detracción dentro del periodo analizado</a:t>
            </a:r>
            <a:endParaRPr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350" name="Google Shape;350;p85"/>
          <p:cNvSpPr txBox="1"/>
          <p:nvPr/>
        </p:nvSpPr>
        <p:spPr>
          <a:xfrm>
            <a:off x="299450" y="1555244"/>
            <a:ext cx="22389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noAutofit/>
          </a:bodyPr>
          <a:lstStyle/>
          <a:p>
            <a:pPr indent="-16620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91"/>
              </a:buClr>
              <a:buSzPts val="1200"/>
              <a:buFont typeface="Source Serif 4 Light"/>
              <a:buChar char="➢"/>
            </a:pPr>
            <a:r>
              <a:rPr lang="es" sz="1200">
                <a:solidFill>
                  <a:srgbClr val="001391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Funcionamiento continuo reúne 3.713 casos, score 4,8 y 56,99% de detractores, combinando volumen y severidad.</a:t>
            </a:r>
            <a:endParaRPr sz="12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  <a:p>
            <a:pPr indent="-166200" lvl="0" marL="269999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1391"/>
              </a:buClr>
              <a:buSzPts val="1200"/>
              <a:buFont typeface="Source Serif 4 Light"/>
              <a:buChar char="➢"/>
            </a:pPr>
            <a:r>
              <a:rPr lang="es" sz="1200">
                <a:solidFill>
                  <a:srgbClr val="001391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Pagos y transferencias aparece en dos categorías con scores 5,5 y 5,9 y niveles de detracción superiores al 44%.</a:t>
            </a:r>
            <a:r>
              <a:rPr lang="es" sz="1200">
                <a:solidFill>
                  <a:srgbClr val="001391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 </a:t>
            </a:r>
            <a:endParaRPr sz="12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351" name="Google Shape;351;p85"/>
          <p:cNvSpPr/>
          <p:nvPr/>
        </p:nvSpPr>
        <p:spPr>
          <a:xfrm>
            <a:off x="344875" y="4582862"/>
            <a:ext cx="8565000" cy="422700"/>
          </a:xfrm>
          <a:prstGeom prst="roundRect">
            <a:avLst>
              <a:gd fmla="val 12218" name="adj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El foco operativo debe priorizar estabilidad y pagos por su combinación de volumen, score y detracción.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52" name="Google Shape;352;p85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Funcionamiento continuo concentra el mayor dolor Web</a:t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53" name="Google Shape;353;p85"/>
          <p:cNvSpPr txBox="1"/>
          <p:nvPr/>
        </p:nvSpPr>
        <p:spPr>
          <a:xfrm>
            <a:off x="3242700" y="1816350"/>
            <a:ext cx="5228100" cy="22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9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graphicFrame>
        <p:nvGraphicFramePr>
          <p:cNvPr id="354" name="Google Shape;354;p85"/>
          <p:cNvGraphicFramePr/>
          <p:nvPr/>
        </p:nvGraphicFramePr>
        <p:xfrm>
          <a:off x="3242700" y="181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{F9CD4136-1488-480C-921F-EF382FB51B2E}</a:tableStyleId>
              </a:tblPr>
              <a:tblGrid>
                <a:gridCol w="1307025"/>
                <a:gridCol w="1307025"/>
                <a:gridCol w="1307025"/>
                <a:gridCol w="1307025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Palanca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Score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% detractores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Seguridad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3,0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100,00%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Funcionamiento continuo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3.713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4,8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56,99%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Pagos/ transferencias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937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5,5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50,69%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Pagos/transferencias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414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5,9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44,44%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Agregar funcionalidad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437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7,1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26,77%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Uso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14.871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8,6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13,99%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9,5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0,00%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6"/>
          <p:cNvSpPr txBox="1"/>
          <p:nvPr/>
        </p:nvSpPr>
        <p:spPr>
          <a:xfrm>
            <a:off x="8812299" y="4770250"/>
            <a:ext cx="33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" name="Google Shape;360;p86"/>
          <p:cNvSpPr/>
          <p:nvPr/>
        </p:nvSpPr>
        <p:spPr>
          <a:xfrm>
            <a:off x="731875" y="1268875"/>
            <a:ext cx="2358300" cy="3467700"/>
          </a:xfrm>
          <a:prstGeom prst="roundRect">
            <a:avLst>
              <a:gd fmla="val 77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Funcionamiento continuo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Confianza 0,71 · n=3.715</a:t>
            </a:r>
            <a:endParaRPr sz="1000">
              <a:solidFill>
                <a:schemeClr val="accent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Es la oportunidad con mayor potencial estimado y la evidencia más sólida entre las palancas priorizadas.</a:t>
            </a:r>
            <a:endParaRPr sz="10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1" name="Google Shape;361;p86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Tres oportunidades concentran el potencial estimado</a:t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62" name="Google Shape;362;p86"/>
          <p:cNvSpPr txBox="1"/>
          <p:nvPr/>
        </p:nvSpPr>
        <p:spPr>
          <a:xfrm>
            <a:off x="987475" y="1931875"/>
            <a:ext cx="18471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72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+59,04 pts</a:t>
            </a:r>
            <a:endParaRPr b="1" sz="2300">
              <a:solidFill>
                <a:schemeClr val="dk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63" name="Google Shape;363;p86"/>
          <p:cNvSpPr/>
          <p:nvPr/>
        </p:nvSpPr>
        <p:spPr>
          <a:xfrm>
            <a:off x="3392850" y="1268875"/>
            <a:ext cx="2358300" cy="3467700"/>
          </a:xfrm>
          <a:prstGeom prst="roundRect">
            <a:avLst>
              <a:gd fmla="val 77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Pagos y transferencias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Confianza 0,59 · n=938</a:t>
            </a:r>
            <a:endParaRPr sz="1000">
              <a:solidFill>
                <a:schemeClr val="accent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La segunda oportunidad combina impacto elevado con una base relevante de evidencia dentro del periodo.</a:t>
            </a:r>
            <a:endParaRPr sz="10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4" name="Google Shape;364;p86"/>
          <p:cNvSpPr txBox="1"/>
          <p:nvPr/>
        </p:nvSpPr>
        <p:spPr>
          <a:xfrm>
            <a:off x="3648450" y="1931875"/>
            <a:ext cx="18471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72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+53,92 pts</a:t>
            </a:r>
            <a:endParaRPr b="1" sz="2300">
              <a:solidFill>
                <a:schemeClr val="dk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65" name="Google Shape;365;p86"/>
          <p:cNvSpPr/>
          <p:nvPr/>
        </p:nvSpPr>
        <p:spPr>
          <a:xfrm>
            <a:off x="6053825" y="1268875"/>
            <a:ext cx="2358300" cy="3467700"/>
          </a:xfrm>
          <a:prstGeom prst="roundRect">
            <a:avLst>
              <a:gd fmla="val 77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Pagos/transferencias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Confianza 0,52 · n=414</a:t>
            </a:r>
            <a:endParaRPr sz="1000">
              <a:solidFill>
                <a:schemeClr val="accent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139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La tercera señal confirma que la operativa de pagos merece atención, aunque con menor confianza y volumen.</a:t>
            </a:r>
            <a:endParaRPr sz="10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6" name="Google Shape;366;p86"/>
          <p:cNvSpPr txBox="1"/>
          <p:nvPr/>
        </p:nvSpPr>
        <p:spPr>
          <a:xfrm>
            <a:off x="6309425" y="1931875"/>
            <a:ext cx="18471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72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+47,75 pts</a:t>
            </a:r>
            <a:endParaRPr b="1" sz="2300">
              <a:solidFill>
                <a:schemeClr val="dk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87"/>
          <p:cNvSpPr txBox="1"/>
          <p:nvPr/>
        </p:nvSpPr>
        <p:spPr>
          <a:xfrm>
            <a:off x="4628817" y="1754533"/>
            <a:ext cx="1008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Integrar evidencia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87"/>
          <p:cNvSpPr txBox="1"/>
          <p:nvPr/>
        </p:nvSpPr>
        <p:spPr>
          <a:xfrm>
            <a:off x="344875" y="1092835"/>
            <a:ext cx="40512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Context</a:t>
            </a:r>
            <a:endParaRPr b="1" sz="3800">
              <a:solidFill>
                <a:schemeClr val="dk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73" name="Google Shape;373;p87"/>
          <p:cNvSpPr txBox="1"/>
          <p:nvPr/>
        </p:nvSpPr>
        <p:spPr>
          <a:xfrm>
            <a:off x="4691300" y="1092835"/>
            <a:ext cx="40512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Approach</a:t>
            </a:r>
            <a:endParaRPr b="1" sz="3800">
              <a:solidFill>
                <a:schemeClr val="dk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74" name="Google Shape;374;p87"/>
          <p:cNvSpPr txBox="1"/>
          <p:nvPr/>
        </p:nvSpPr>
        <p:spPr>
          <a:xfrm>
            <a:off x="367114" y="1642181"/>
            <a:ext cx="36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➢"/>
            </a:pPr>
            <a:r>
              <a:rPr b="1" lang="e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 hipótesis parte de incidencias Helix y comentarios NPS observados en el mismo periodo.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5" name="Google Shape;375;p87"/>
          <p:cNvCxnSpPr/>
          <p:nvPr/>
        </p:nvCxnSpPr>
        <p:spPr>
          <a:xfrm>
            <a:off x="342650" y="1417098"/>
            <a:ext cx="4130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87"/>
          <p:cNvCxnSpPr/>
          <p:nvPr/>
        </p:nvCxnSpPr>
        <p:spPr>
          <a:xfrm>
            <a:off x="4651550" y="1417098"/>
            <a:ext cx="4130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87"/>
          <p:cNvCxnSpPr/>
          <p:nvPr/>
        </p:nvCxnSpPr>
        <p:spPr>
          <a:xfrm>
            <a:off x="6053150" y="2387600"/>
            <a:ext cx="151200" cy="109800"/>
          </a:xfrm>
          <a:prstGeom prst="straightConnector1">
            <a:avLst/>
          </a:prstGeom>
          <a:noFill/>
          <a:ln cap="flat" cmpd="sng" w="19050">
            <a:solidFill>
              <a:srgbClr val="5BBEFF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378" name="Google Shape;378;p87"/>
          <p:cNvSpPr txBox="1"/>
          <p:nvPr/>
        </p:nvSpPr>
        <p:spPr>
          <a:xfrm>
            <a:off x="6490562" y="2707230"/>
            <a:ext cx="847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Process</a:t>
            </a:r>
            <a:endParaRPr b="1" sz="1000">
              <a:solidFill>
                <a:srgbClr val="02020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9" name="Google Shape;37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0321" y="2039081"/>
            <a:ext cx="263400" cy="262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5400" y="2098677"/>
            <a:ext cx="263400" cy="262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65594" y="3359617"/>
            <a:ext cx="263400" cy="262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3984" y="3306407"/>
            <a:ext cx="263400" cy="262882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87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La causalidad se construye cruzando VoC e incidencias</a:t>
            </a:r>
            <a:endParaRPr sz="24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384" name="Google Shape;384;p87"/>
          <p:cNvSpPr/>
          <p:nvPr/>
        </p:nvSpPr>
        <p:spPr>
          <a:xfrm>
            <a:off x="344875" y="4582862"/>
            <a:ext cx="8565000" cy="422700"/>
          </a:xfrm>
          <a:prstGeom prst="roundRect">
            <a:avLst>
              <a:gd fmla="val 12218" name="adj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El análisis prioriza tres escenarios con evidencia cruzada y trazabilidad hasta la experiencia.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85" name="Google Shape;385;p87"/>
          <p:cNvSpPr txBox="1"/>
          <p:nvPr/>
        </p:nvSpPr>
        <p:spPr>
          <a:xfrm>
            <a:off x="367114" y="2288509"/>
            <a:ext cx="36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➢"/>
            </a:pPr>
            <a:r>
              <a:rPr b="1" lang="e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Los tópicos NPS actúan como ancla para vincular evidencia operativa y percepción del cliente.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" name="Google Shape;386;p87"/>
          <p:cNvSpPr txBox="1"/>
          <p:nvPr/>
        </p:nvSpPr>
        <p:spPr>
          <a:xfrm>
            <a:off x="367114" y="2934837"/>
            <a:ext cx="36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➢"/>
            </a:pPr>
            <a:r>
              <a:rPr b="1" lang="e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Cada vínculo se traduce a un journey ejecutivo y a su touchpoint, palanca y subpalanca.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7" name="Google Shape;387;p87"/>
          <p:cNvSpPr txBox="1"/>
          <p:nvPr/>
        </p:nvSpPr>
        <p:spPr>
          <a:xfrm>
            <a:off x="367114" y="3581165"/>
            <a:ext cx="36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➢"/>
            </a:pPr>
            <a:r>
              <a:rPr b="1" lang="e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El resultado prioriza escenarios donde la evidencia convergente permite defender una relación causal.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8" name="Google Shape;388;p87"/>
          <p:cNvSpPr txBox="1"/>
          <p:nvPr/>
        </p:nvSpPr>
        <p:spPr>
          <a:xfrm>
            <a:off x="4640762" y="2114163"/>
            <a:ext cx="10083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Incidencias, comentarios y tópico NPS</a:t>
            </a:r>
            <a:endParaRPr sz="800"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389" name="Google Shape;389;p87"/>
          <p:cNvCxnSpPr/>
          <p:nvPr/>
        </p:nvCxnSpPr>
        <p:spPr>
          <a:xfrm rot="10800000">
            <a:off x="7548066" y="3458068"/>
            <a:ext cx="151200" cy="90000"/>
          </a:xfrm>
          <a:prstGeom prst="straightConnector1">
            <a:avLst/>
          </a:prstGeom>
          <a:noFill/>
          <a:ln cap="flat" cmpd="sng" w="19050">
            <a:solidFill>
              <a:srgbClr val="307AF3"/>
            </a:solidFill>
            <a:prstDash val="solid"/>
            <a:round/>
            <a:headEnd len="med" w="med" type="oval"/>
            <a:tailEnd len="sm" w="sm" type="none"/>
          </a:ln>
        </p:spPr>
      </p:cxnSp>
      <p:grpSp>
        <p:nvGrpSpPr>
          <p:cNvPr id="390" name="Google Shape;390;p87"/>
          <p:cNvGrpSpPr/>
          <p:nvPr/>
        </p:nvGrpSpPr>
        <p:grpSpPr>
          <a:xfrm>
            <a:off x="5759212" y="1818694"/>
            <a:ext cx="2300035" cy="2203436"/>
            <a:chOff x="2714352" y="593783"/>
            <a:chExt cx="3688909" cy="3676069"/>
          </a:xfrm>
        </p:grpSpPr>
        <p:sp>
          <p:nvSpPr>
            <p:cNvPr id="391" name="Google Shape;391;p87"/>
            <p:cNvSpPr/>
            <p:nvPr/>
          </p:nvSpPr>
          <p:spPr>
            <a:xfrm>
              <a:off x="3297500" y="1165742"/>
              <a:ext cx="2540100" cy="2540100"/>
            </a:xfrm>
            <a:prstGeom prst="donut">
              <a:avLst>
                <a:gd fmla="val 16067" name="adj"/>
              </a:avLst>
            </a:prstGeom>
            <a:solidFill>
              <a:srgbClr val="000000">
                <a:alpha val="10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87"/>
            <p:cNvSpPr/>
            <p:nvPr/>
          </p:nvSpPr>
          <p:spPr>
            <a:xfrm rot="1800047">
              <a:off x="3219843" y="1086434"/>
              <a:ext cx="2690936" cy="2690936"/>
            </a:xfrm>
            <a:prstGeom prst="blockArc">
              <a:avLst>
                <a:gd fmla="val 14545937" name="adj1"/>
                <a:gd fmla="val 19902139" name="adj2"/>
                <a:gd fmla="val 9115" name="adj3"/>
              </a:avLst>
            </a:prstGeom>
            <a:solidFill>
              <a:srgbClr val="004481"/>
            </a:solidFill>
            <a:ln>
              <a:noFill/>
            </a:ln>
            <a:effectLst>
              <a:outerShdw blurRad="71438" rotWithShape="0" algn="bl" dir="5400000" dist="9525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3" name="Google Shape;393;p87"/>
            <p:cNvGrpSpPr/>
            <p:nvPr/>
          </p:nvGrpSpPr>
          <p:grpSpPr>
            <a:xfrm>
              <a:off x="2714352" y="593783"/>
              <a:ext cx="3683647" cy="3676069"/>
              <a:chOff x="2721727" y="593783"/>
              <a:chExt cx="3683647" cy="3676069"/>
            </a:xfrm>
          </p:grpSpPr>
          <p:sp>
            <p:nvSpPr>
              <p:cNvPr id="394" name="Google Shape;394;p87"/>
              <p:cNvSpPr/>
              <p:nvPr/>
            </p:nvSpPr>
            <p:spPr>
              <a:xfrm flipH="1" rot="-1800047">
                <a:off x="3221956" y="1086434"/>
                <a:ext cx="2690936" cy="2690936"/>
              </a:xfrm>
              <a:prstGeom prst="blockArc">
                <a:avLst>
                  <a:gd fmla="val 14348563" name="adj1"/>
                  <a:gd fmla="val 19872341" name="adj2"/>
                  <a:gd fmla="val 9100" name="adj3"/>
                </a:avLst>
              </a:prstGeom>
              <a:solidFill>
                <a:srgbClr val="5BBEFF"/>
              </a:solidFill>
              <a:ln>
                <a:noFill/>
              </a:ln>
              <a:effectLst>
                <a:outerShdw blurRad="71438" rotWithShape="0" algn="bl" dir="5400000" dist="9525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7"/>
              <p:cNvSpPr/>
              <p:nvPr/>
            </p:nvSpPr>
            <p:spPr>
              <a:xfrm rot="9000757">
                <a:off x="3213964" y="1086020"/>
                <a:ext cx="2690226" cy="2690226"/>
              </a:xfrm>
              <a:prstGeom prst="blockArc">
                <a:avLst>
                  <a:gd fmla="val 18041678" name="adj1"/>
                  <a:gd fmla="val 1798478" name="adj2"/>
                  <a:gd fmla="val 9595" name="adj3"/>
                </a:avLst>
              </a:prstGeom>
              <a:solidFill>
                <a:srgbClr val="1973B8"/>
              </a:solidFill>
              <a:ln>
                <a:noFill/>
              </a:ln>
              <a:effectLst>
                <a:outerShdw blurRad="71438" rotWithShape="0" algn="bl" dist="9525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7"/>
              <p:cNvSpPr/>
              <p:nvPr/>
            </p:nvSpPr>
            <p:spPr>
              <a:xfrm flipH="1" rot="-9000757">
                <a:off x="3221634" y="1086770"/>
                <a:ext cx="2690226" cy="2690226"/>
              </a:xfrm>
              <a:prstGeom prst="blockArc">
                <a:avLst>
                  <a:gd fmla="val 17967225" name="adj1"/>
                  <a:gd fmla="val 1529547" name="adj2"/>
                  <a:gd fmla="val 9279" name="adj3"/>
                </a:avLst>
              </a:prstGeom>
              <a:solidFill>
                <a:srgbClr val="1464A5"/>
              </a:solidFill>
              <a:ln>
                <a:noFill/>
              </a:ln>
              <a:effectLst>
                <a:outerShdw blurRad="71438" rotWithShape="0" algn="bl" dir="5400000" dist="9525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7"/>
              <p:cNvSpPr/>
              <p:nvPr/>
            </p:nvSpPr>
            <p:spPr>
              <a:xfrm rot="8100000">
                <a:off x="3166119" y="2257450"/>
                <a:ext cx="363170" cy="363170"/>
              </a:xfrm>
              <a:prstGeom prst="rtTriangle">
                <a:avLst/>
              </a:prstGeom>
              <a:solidFill>
                <a:srgbClr val="1973B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7"/>
              <p:cNvSpPr/>
              <p:nvPr/>
            </p:nvSpPr>
            <p:spPr>
              <a:xfrm rot="-2700000">
                <a:off x="5598628" y="2250288"/>
                <a:ext cx="363170" cy="363170"/>
              </a:xfrm>
              <a:prstGeom prst="rtTriangle">
                <a:avLst/>
              </a:prstGeom>
              <a:solidFill>
                <a:srgbClr val="00448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7"/>
              <p:cNvSpPr/>
              <p:nvPr/>
            </p:nvSpPr>
            <p:spPr>
              <a:xfrm rot="2700000">
                <a:off x="4382023" y="3463061"/>
                <a:ext cx="363170" cy="363170"/>
              </a:xfrm>
              <a:prstGeom prst="rtTriangle">
                <a:avLst/>
              </a:prstGeom>
              <a:solidFill>
                <a:srgbClr val="1464A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87"/>
              <p:cNvSpPr/>
              <p:nvPr/>
            </p:nvSpPr>
            <p:spPr>
              <a:xfrm rot="-8100000">
                <a:off x="4382715" y="1027393"/>
                <a:ext cx="363170" cy="363170"/>
              </a:xfrm>
              <a:prstGeom prst="rtTriangle">
                <a:avLst/>
              </a:prstGeom>
              <a:solidFill>
                <a:srgbClr val="5BB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1" name="Google Shape;401;p87"/>
          <p:cNvGrpSpPr/>
          <p:nvPr/>
        </p:nvGrpSpPr>
        <p:grpSpPr>
          <a:xfrm>
            <a:off x="5768190" y="1591568"/>
            <a:ext cx="2333700" cy="2249100"/>
            <a:chOff x="5696753" y="1372493"/>
            <a:chExt cx="2333700" cy="2249100"/>
          </a:xfrm>
        </p:grpSpPr>
        <p:sp>
          <p:nvSpPr>
            <p:cNvPr id="402" name="Google Shape;402;p87"/>
            <p:cNvSpPr/>
            <p:nvPr/>
          </p:nvSpPr>
          <p:spPr>
            <a:xfrm flipH="1" rot="-831228">
              <a:off x="5903884" y="1571934"/>
              <a:ext cx="1919437" cy="1850217"/>
            </a:xfrm>
            <a:prstGeom prst="blockArc">
              <a:avLst>
                <a:gd fmla="val 14348563" name="adj1"/>
                <a:gd fmla="val 16666586" name="adj2"/>
                <a:gd fmla="val 8903" name="adj3"/>
              </a:avLst>
            </a:prstGeom>
            <a:solidFill>
              <a:srgbClr val="043263"/>
            </a:solidFill>
            <a:ln>
              <a:noFill/>
            </a:ln>
            <a:effectLst>
              <a:outerShdw blurRad="71438" rotWithShape="0" algn="bl" dir="5400000" dist="9525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87"/>
            <p:cNvSpPr/>
            <p:nvPr/>
          </p:nvSpPr>
          <p:spPr>
            <a:xfrm rot="-6541135">
              <a:off x="7060743" y="1565853"/>
              <a:ext cx="251319" cy="210463"/>
            </a:xfrm>
            <a:prstGeom prst="rtTriangle">
              <a:avLst/>
            </a:prstGeom>
            <a:solidFill>
              <a:srgbClr val="0432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4" name="Google Shape;404;p87"/>
          <p:cNvSpPr txBox="1"/>
          <p:nvPr/>
        </p:nvSpPr>
        <p:spPr>
          <a:xfrm>
            <a:off x="8029004" y="1832958"/>
            <a:ext cx="1008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Asignar journey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87"/>
          <p:cNvSpPr txBox="1"/>
          <p:nvPr/>
        </p:nvSpPr>
        <p:spPr>
          <a:xfrm>
            <a:off x="8040950" y="2192588"/>
            <a:ext cx="10083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Journey ejecutivo del catálogo</a:t>
            </a:r>
            <a:endParaRPr sz="8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06" name="Google Shape;406;p87"/>
          <p:cNvSpPr txBox="1"/>
          <p:nvPr/>
        </p:nvSpPr>
        <p:spPr>
          <a:xfrm>
            <a:off x="8059160" y="3207908"/>
            <a:ext cx="1008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Localizar la causa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87"/>
          <p:cNvSpPr txBox="1"/>
          <p:nvPr/>
        </p:nvSpPr>
        <p:spPr>
          <a:xfrm>
            <a:off x="8071106" y="3567538"/>
            <a:ext cx="10083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Touchpoint, palanca y subpalanca</a:t>
            </a:r>
            <a:endParaRPr sz="8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08" name="Google Shape;408;p87"/>
          <p:cNvSpPr txBox="1"/>
          <p:nvPr/>
        </p:nvSpPr>
        <p:spPr>
          <a:xfrm>
            <a:off x="4663828" y="3175085"/>
            <a:ext cx="1008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Medir detracción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87"/>
          <p:cNvSpPr txBox="1"/>
          <p:nvPr/>
        </p:nvSpPr>
        <p:spPr>
          <a:xfrm>
            <a:off x="4675774" y="3534715"/>
            <a:ext cx="10083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Impacto observado sobre el NPS</a:t>
            </a:r>
            <a:endParaRPr sz="800"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8"/>
          <p:cNvSpPr/>
          <p:nvPr/>
        </p:nvSpPr>
        <p:spPr>
          <a:xfrm>
            <a:off x="2885175" y="1300400"/>
            <a:ext cx="5924100" cy="3096300"/>
          </a:xfrm>
          <a:prstGeom prst="roundRect">
            <a:avLst>
              <a:gd fmla="val 30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139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15" name="Google Shape;415;p88"/>
          <p:cNvSpPr/>
          <p:nvPr/>
        </p:nvSpPr>
        <p:spPr>
          <a:xfrm>
            <a:off x="1810417" y="2234844"/>
            <a:ext cx="129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88"/>
          <p:cNvSpPr/>
          <p:nvPr/>
        </p:nvSpPr>
        <p:spPr>
          <a:xfrm>
            <a:off x="2885175" y="1188000"/>
            <a:ext cx="5924100" cy="393900"/>
          </a:xfrm>
          <a:prstGeom prst="round2SameRect">
            <a:avLst>
              <a:gd fmla="val 15026" name="adj1"/>
              <a:gd fmla="val 0" name="adj2"/>
            </a:avLst>
          </a:prstGeom>
          <a:solidFill>
            <a:srgbClr val="001391"/>
          </a:solidFill>
          <a:ln>
            <a:noFill/>
          </a:ln>
        </p:spPr>
        <p:txBody>
          <a:bodyPr anchorCtr="0" anchor="ctr" bIns="90000" lIns="91425" spcFirstLastPara="1" rIns="91425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Journeys de detracción</a:t>
            </a:r>
            <a:b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s" sz="900">
                <a:solidFill>
                  <a:srgbClr val="FFFFFF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Escenarios, touchpoints y anclas NPS priorizadas</a:t>
            </a:r>
            <a:endParaRPr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417" name="Google Shape;417;p88"/>
          <p:cNvSpPr txBox="1"/>
          <p:nvPr/>
        </p:nvSpPr>
        <p:spPr>
          <a:xfrm>
            <a:off x="299450" y="1555244"/>
            <a:ext cx="22389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noAutofit/>
          </a:bodyPr>
          <a:lstStyle/>
          <a:p>
            <a:pPr indent="-16620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91"/>
              </a:buClr>
              <a:buSzPts val="1200"/>
              <a:buFont typeface="Source Serif 4 Light"/>
              <a:buChar char="➢"/>
            </a:pPr>
            <a:r>
              <a:rPr lang="es" sz="1200">
                <a:solidFill>
                  <a:srgbClr val="001391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Acceso bloqueado se asocia con login y autenticación, y ancla su señal en fallas de funcionamiento continuo.</a:t>
            </a:r>
            <a:endParaRPr sz="12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  <a:p>
            <a:pPr indent="-166200" lvl="0" marL="269999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1391"/>
              </a:buClr>
              <a:buSzPts val="1200"/>
              <a:buFont typeface="Source Serif 4 Light"/>
              <a:buChar char="➢"/>
            </a:pPr>
            <a:r>
              <a:rPr lang="es" sz="1200">
                <a:solidFill>
                  <a:srgbClr val="001391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Operativa crítica fallida concentra el mayor número de vínculos; rendimiento degradado se asocia a estados de cuenta.</a:t>
            </a:r>
            <a:r>
              <a:rPr lang="es" sz="1200">
                <a:solidFill>
                  <a:srgbClr val="001391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 </a:t>
            </a:r>
            <a:endParaRPr sz="12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418" name="Google Shape;418;p88"/>
          <p:cNvSpPr/>
          <p:nvPr/>
        </p:nvSpPr>
        <p:spPr>
          <a:xfrm>
            <a:off x="344875" y="4582862"/>
            <a:ext cx="8565000" cy="422700"/>
          </a:xfrm>
          <a:prstGeom prst="roundRect">
            <a:avLst>
              <a:gd fmla="val 12218" name="adj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La evidencia converge en acceso, operativa crítica y rendimiento como journeys prioritarios.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419" name="Google Shape;419;p88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Tres journeys reúnen 63 vínculos validados</a:t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420" name="Google Shape;420;p88"/>
          <p:cNvSpPr txBox="1"/>
          <p:nvPr/>
        </p:nvSpPr>
        <p:spPr>
          <a:xfrm>
            <a:off x="3242700" y="1816350"/>
            <a:ext cx="5228100" cy="22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9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graphicFrame>
        <p:nvGraphicFramePr>
          <p:cNvPr id="421" name="Google Shape;421;p88"/>
          <p:cNvGraphicFramePr/>
          <p:nvPr/>
        </p:nvGraphicFramePr>
        <p:xfrm>
          <a:off x="3242700" y="181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{F9CD4136-1488-480C-921F-EF382FB51B2E}</a:tableStyleId>
              </a:tblPr>
              <a:tblGrid>
                <a:gridCol w="1045625"/>
                <a:gridCol w="1045625"/>
                <a:gridCol w="1045625"/>
                <a:gridCol w="1045625"/>
                <a:gridCol w="1045625"/>
              </a:tblGrid>
              <a:tr h="55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Journey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Touchpoint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Palanca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Subpalanca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Tópico NPS ancla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</a:tr>
              <a:tr h="55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Acceso bloqueado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Login / autenticación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Acceso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Bloqueo / OTP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Funcionamiento continuo &gt; Fallas en el login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55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Operativa crítica fallida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Transferencias / pagos / firma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Operativa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Error funcional / timeout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Funcionamiento continuo &gt; No funciona bien / falla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55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Rendimiento degradado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Lentitud / cuelgues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Uso recurrente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Degradación del servicio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Uso &gt; Edo de cuenta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9"/>
          <p:cNvSpPr txBox="1"/>
          <p:nvPr>
            <p:ph type="title"/>
          </p:nvPr>
        </p:nvSpPr>
        <p:spPr>
          <a:xfrm>
            <a:off x="296725" y="982679"/>
            <a:ext cx="4065000" cy="3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7" name="Google Shape;427;p89"/>
          <p:cNvSpPr txBox="1"/>
          <p:nvPr/>
        </p:nvSpPr>
        <p:spPr>
          <a:xfrm>
            <a:off x="3809400" y="910723"/>
            <a:ext cx="50001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✓"/>
            </a:pPr>
            <a:r>
              <a:rPr lang="es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Probabilidad de detracción 62,92%</a:t>
            </a:r>
            <a:r>
              <a:rPr lang="es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Es el escenario con la mayor probabilidad de detracción reportada, sustentado por cinco incidencias Helix y cuatro comentarios convergentes.</a:t>
            </a:r>
            <a:endParaRPr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 Black"/>
              <a:buChar char="✓"/>
            </a:pPr>
            <a:r>
              <a:rPr lang="es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Cinco vínculos validados</a:t>
            </a:r>
            <a:r>
              <a:rPr lang="es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Las incidencias muestran errores de disponibilidad, compra de dólares, firma de nómina y definición de clave de operaciones.</a:t>
            </a:r>
            <a:endParaRPr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Font typeface="Lato"/>
              <a:buChar char="✓"/>
            </a:pPr>
            <a:r>
              <a:rPr lang="es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El acceso falla en momentos críticos</a:t>
            </a:r>
            <a:r>
              <a:rPr lang="es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Los comentarios reportan errores al ingresar y problemas con la clave de operaciones; la confianza del escenario es 0,26.</a:t>
            </a:r>
            <a:endParaRPr i="1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90"/>
          <p:cNvSpPr/>
          <p:nvPr/>
        </p:nvSpPr>
        <p:spPr>
          <a:xfrm rot="5400000">
            <a:off x="1878564" y="-42950"/>
            <a:ext cx="650400" cy="4407300"/>
          </a:xfrm>
          <a:prstGeom prst="round2SameRect">
            <a:avLst>
              <a:gd fmla="val 49065" name="adj1"/>
              <a:gd fmla="val 0" name="adj2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0"/>
          <p:cNvSpPr txBox="1"/>
          <p:nvPr/>
        </p:nvSpPr>
        <p:spPr>
          <a:xfrm>
            <a:off x="189775" y="2017691"/>
            <a:ext cx="41580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Cuarenta vínculos validados</a:t>
            </a:r>
            <a:endParaRPr sz="1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34" name="Google Shape;434;p90"/>
          <p:cNvSpPr/>
          <p:nvPr/>
        </p:nvSpPr>
        <p:spPr>
          <a:xfrm rot="5400000">
            <a:off x="1878575" y="873430"/>
            <a:ext cx="650400" cy="4407300"/>
          </a:xfrm>
          <a:prstGeom prst="round2SameRect">
            <a:avLst>
              <a:gd fmla="val 49065" name="adj1"/>
              <a:gd fmla="val 0" name="adj2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90"/>
          <p:cNvSpPr/>
          <p:nvPr/>
        </p:nvSpPr>
        <p:spPr>
          <a:xfrm rot="5400000">
            <a:off x="1878575" y="1800192"/>
            <a:ext cx="650400" cy="4407300"/>
          </a:xfrm>
          <a:prstGeom prst="round2SameRect">
            <a:avLst>
              <a:gd fmla="val 49065" name="adj1"/>
              <a:gd fmla="val 0" name="adj2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90"/>
          <p:cNvSpPr txBox="1"/>
          <p:nvPr/>
        </p:nvSpPr>
        <p:spPr>
          <a:xfrm>
            <a:off x="4443750" y="1965983"/>
            <a:ext cx="457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Treinta y tres incidencias Helix y veintisiete comentarios convergen en fallos de operaciones críticas.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7" name="Google Shape;437;p90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La operativa crítica concentra la mayor evidencia</a:t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438" name="Google Shape;438;p90"/>
          <p:cNvSpPr txBox="1"/>
          <p:nvPr/>
        </p:nvSpPr>
        <p:spPr>
          <a:xfrm>
            <a:off x="193566" y="2929353"/>
            <a:ext cx="41580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Detracción estimada en 26,77%</a:t>
            </a:r>
            <a:endParaRPr sz="1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39" name="Google Shape;439;p90"/>
          <p:cNvSpPr txBox="1"/>
          <p:nvPr/>
        </p:nvSpPr>
        <p:spPr>
          <a:xfrm>
            <a:off x="4447542" y="2906379"/>
            <a:ext cx="457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Los ejemplos incluyen firma de operaciones, pago de impuestos y disposición de facturas con errores o indisponibilidad.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" name="Google Shape;440;p90"/>
          <p:cNvSpPr txBox="1"/>
          <p:nvPr/>
        </p:nvSpPr>
        <p:spPr>
          <a:xfrm>
            <a:off x="197358" y="3851915"/>
            <a:ext cx="41580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Confianza todavía limitada</a:t>
            </a:r>
            <a:endParaRPr sz="1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41" name="Google Shape;441;p90"/>
          <p:cNvSpPr txBox="1"/>
          <p:nvPr/>
        </p:nvSpPr>
        <p:spPr>
          <a:xfrm>
            <a:off x="4451333" y="3828941"/>
            <a:ext cx="457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 confianza es 0,20; el volumen de evidencia es alto, pero la lectura causal debe mantenerse como hipótesis defendible.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2" name="Google Shape;442;p90"/>
          <p:cNvSpPr txBox="1"/>
          <p:nvPr/>
        </p:nvSpPr>
        <p:spPr>
          <a:xfrm>
            <a:off x="301725" y="971949"/>
            <a:ext cx="786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¿Qué hace de Operativa crítica fallida el escenario con mayor soporte?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91"/>
          <p:cNvGrpSpPr/>
          <p:nvPr/>
        </p:nvGrpSpPr>
        <p:grpSpPr>
          <a:xfrm>
            <a:off x="332941" y="1678014"/>
            <a:ext cx="5928000" cy="2569040"/>
            <a:chOff x="405568" y="638175"/>
            <a:chExt cx="8332864" cy="4150306"/>
          </a:xfrm>
        </p:grpSpPr>
        <p:sp>
          <p:nvSpPr>
            <p:cNvPr id="448" name="Google Shape;448;p91"/>
            <p:cNvSpPr/>
            <p:nvPr/>
          </p:nvSpPr>
          <p:spPr>
            <a:xfrm>
              <a:off x="7799120" y="4357123"/>
              <a:ext cx="96753" cy="72565"/>
            </a:xfrm>
            <a:custGeom>
              <a:rect b="b" l="l" r="r" t="t"/>
              <a:pathLst>
                <a:path extrusionOk="0" h="36" w="48">
                  <a:moveTo>
                    <a:pt x="0" y="18"/>
                  </a:moveTo>
                  <a:lnTo>
                    <a:pt x="10" y="36"/>
                  </a:lnTo>
                  <a:lnTo>
                    <a:pt x="48" y="15"/>
                  </a:lnTo>
                  <a:lnTo>
                    <a:pt x="48" y="0"/>
                  </a:lnTo>
                  <a:lnTo>
                    <a:pt x="1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91"/>
            <p:cNvSpPr/>
            <p:nvPr/>
          </p:nvSpPr>
          <p:spPr>
            <a:xfrm>
              <a:off x="8258698" y="4165632"/>
              <a:ext cx="479734" cy="370887"/>
            </a:xfrm>
            <a:custGeom>
              <a:rect b="b" l="l" r="r" t="t"/>
              <a:pathLst>
                <a:path extrusionOk="0" h="184" w="238">
                  <a:moveTo>
                    <a:pt x="0" y="172"/>
                  </a:moveTo>
                  <a:lnTo>
                    <a:pt x="133" y="94"/>
                  </a:lnTo>
                  <a:lnTo>
                    <a:pt x="133" y="120"/>
                  </a:lnTo>
                  <a:lnTo>
                    <a:pt x="22" y="184"/>
                  </a:lnTo>
                  <a:lnTo>
                    <a:pt x="0" y="172"/>
                  </a:lnTo>
                  <a:close/>
                  <a:moveTo>
                    <a:pt x="213" y="46"/>
                  </a:moveTo>
                  <a:lnTo>
                    <a:pt x="213" y="9"/>
                  </a:lnTo>
                  <a:lnTo>
                    <a:pt x="198" y="0"/>
                  </a:lnTo>
                  <a:lnTo>
                    <a:pt x="198" y="46"/>
                  </a:lnTo>
                  <a:lnTo>
                    <a:pt x="186" y="68"/>
                  </a:lnTo>
                  <a:lnTo>
                    <a:pt x="167" y="68"/>
                  </a:lnTo>
                  <a:lnTo>
                    <a:pt x="167" y="101"/>
                  </a:lnTo>
                  <a:lnTo>
                    <a:pt x="187" y="101"/>
                  </a:lnTo>
                  <a:lnTo>
                    <a:pt x="206" y="68"/>
                  </a:lnTo>
                  <a:lnTo>
                    <a:pt x="225" y="68"/>
                  </a:lnTo>
                  <a:lnTo>
                    <a:pt x="238" y="46"/>
                  </a:lnTo>
                  <a:lnTo>
                    <a:pt x="213" y="46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91"/>
            <p:cNvSpPr/>
            <p:nvPr/>
          </p:nvSpPr>
          <p:spPr>
            <a:xfrm>
              <a:off x="3872556" y="1381965"/>
              <a:ext cx="88690" cy="76596"/>
            </a:xfrm>
            <a:custGeom>
              <a:rect b="b" l="l" r="r" t="t"/>
              <a:pathLst>
                <a:path extrusionOk="0" h="38" w="44">
                  <a:moveTo>
                    <a:pt x="17" y="3"/>
                  </a:moveTo>
                  <a:lnTo>
                    <a:pt x="17" y="17"/>
                  </a:lnTo>
                  <a:lnTo>
                    <a:pt x="0" y="27"/>
                  </a:lnTo>
                  <a:lnTo>
                    <a:pt x="0" y="38"/>
                  </a:lnTo>
                  <a:lnTo>
                    <a:pt x="22" y="38"/>
                  </a:lnTo>
                  <a:lnTo>
                    <a:pt x="44" y="25"/>
                  </a:lnTo>
                  <a:lnTo>
                    <a:pt x="44" y="13"/>
                  </a:lnTo>
                  <a:lnTo>
                    <a:pt x="22" y="0"/>
                  </a:lnTo>
                  <a:lnTo>
                    <a:pt x="17" y="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91"/>
            <p:cNvSpPr/>
            <p:nvPr/>
          </p:nvSpPr>
          <p:spPr>
            <a:xfrm>
              <a:off x="2227752" y="2496641"/>
              <a:ext cx="42300" cy="14100"/>
            </a:xfrm>
            <a:prstGeom prst="rect">
              <a:avLst/>
            </a:pr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91"/>
            <p:cNvSpPr/>
            <p:nvPr/>
          </p:nvSpPr>
          <p:spPr>
            <a:xfrm>
              <a:off x="4948934" y="1970547"/>
              <a:ext cx="40200" cy="16200"/>
            </a:xfrm>
            <a:prstGeom prst="rect">
              <a:avLst/>
            </a:pr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91"/>
            <p:cNvSpPr/>
            <p:nvPr/>
          </p:nvSpPr>
          <p:spPr>
            <a:xfrm>
              <a:off x="7075488" y="2454312"/>
              <a:ext cx="38400" cy="40200"/>
            </a:xfrm>
            <a:prstGeom prst="rect">
              <a:avLst/>
            </a:pr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91"/>
            <p:cNvSpPr/>
            <p:nvPr/>
          </p:nvSpPr>
          <p:spPr>
            <a:xfrm>
              <a:off x="7371794" y="2282978"/>
              <a:ext cx="30300" cy="94800"/>
            </a:xfrm>
            <a:prstGeom prst="rect">
              <a:avLst/>
            </a:pr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91"/>
            <p:cNvSpPr/>
            <p:nvPr/>
          </p:nvSpPr>
          <p:spPr>
            <a:xfrm>
              <a:off x="7545143" y="1658114"/>
              <a:ext cx="245914" cy="433374"/>
            </a:xfrm>
            <a:custGeom>
              <a:rect b="b" l="l" r="r" t="t"/>
              <a:pathLst>
                <a:path extrusionOk="0" h="215" w="122">
                  <a:moveTo>
                    <a:pt x="97" y="164"/>
                  </a:moveTo>
                  <a:lnTo>
                    <a:pt x="32" y="164"/>
                  </a:lnTo>
                  <a:lnTo>
                    <a:pt x="10" y="176"/>
                  </a:lnTo>
                  <a:lnTo>
                    <a:pt x="25" y="186"/>
                  </a:lnTo>
                  <a:lnTo>
                    <a:pt x="25" y="215"/>
                  </a:lnTo>
                  <a:lnTo>
                    <a:pt x="13" y="215"/>
                  </a:lnTo>
                  <a:lnTo>
                    <a:pt x="13" y="193"/>
                  </a:lnTo>
                  <a:lnTo>
                    <a:pt x="0" y="186"/>
                  </a:lnTo>
                  <a:lnTo>
                    <a:pt x="0" y="168"/>
                  </a:lnTo>
                  <a:lnTo>
                    <a:pt x="37" y="147"/>
                  </a:lnTo>
                  <a:lnTo>
                    <a:pt x="65" y="147"/>
                  </a:lnTo>
                  <a:lnTo>
                    <a:pt x="65" y="134"/>
                  </a:lnTo>
                  <a:lnTo>
                    <a:pt x="93" y="119"/>
                  </a:lnTo>
                  <a:lnTo>
                    <a:pt x="93" y="92"/>
                  </a:lnTo>
                  <a:lnTo>
                    <a:pt x="76" y="62"/>
                  </a:lnTo>
                  <a:lnTo>
                    <a:pt x="100" y="76"/>
                  </a:lnTo>
                  <a:lnTo>
                    <a:pt x="118" y="109"/>
                  </a:lnTo>
                  <a:lnTo>
                    <a:pt x="118" y="151"/>
                  </a:lnTo>
                  <a:lnTo>
                    <a:pt x="97" y="164"/>
                  </a:lnTo>
                  <a:lnTo>
                    <a:pt x="97" y="164"/>
                  </a:lnTo>
                  <a:close/>
                  <a:moveTo>
                    <a:pt x="122" y="44"/>
                  </a:moveTo>
                  <a:lnTo>
                    <a:pt x="108" y="20"/>
                  </a:lnTo>
                  <a:lnTo>
                    <a:pt x="82" y="20"/>
                  </a:lnTo>
                  <a:lnTo>
                    <a:pt x="70" y="0"/>
                  </a:lnTo>
                  <a:lnTo>
                    <a:pt x="55" y="0"/>
                  </a:lnTo>
                  <a:lnTo>
                    <a:pt x="80" y="44"/>
                  </a:lnTo>
                  <a:lnTo>
                    <a:pt x="122" y="44"/>
                  </a:lnTo>
                  <a:close/>
                  <a:moveTo>
                    <a:pt x="35" y="186"/>
                  </a:moveTo>
                  <a:lnTo>
                    <a:pt x="55" y="186"/>
                  </a:lnTo>
                  <a:lnTo>
                    <a:pt x="55" y="175"/>
                  </a:lnTo>
                  <a:lnTo>
                    <a:pt x="35" y="175"/>
                  </a:lnTo>
                  <a:lnTo>
                    <a:pt x="35" y="186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91"/>
            <p:cNvSpPr/>
            <p:nvPr/>
          </p:nvSpPr>
          <p:spPr>
            <a:xfrm>
              <a:off x="8028909" y="3179961"/>
              <a:ext cx="300337" cy="213663"/>
            </a:xfrm>
            <a:custGeom>
              <a:rect b="b" l="l" r="r" t="t"/>
              <a:pathLst>
                <a:path extrusionOk="0" h="106" w="149">
                  <a:moveTo>
                    <a:pt x="75" y="53"/>
                  </a:moveTo>
                  <a:lnTo>
                    <a:pt x="105" y="106"/>
                  </a:lnTo>
                  <a:lnTo>
                    <a:pt x="82" y="106"/>
                  </a:lnTo>
                  <a:lnTo>
                    <a:pt x="61" y="70"/>
                  </a:lnTo>
                  <a:lnTo>
                    <a:pt x="61" y="70"/>
                  </a:lnTo>
                  <a:lnTo>
                    <a:pt x="23" y="70"/>
                  </a:lnTo>
                  <a:lnTo>
                    <a:pt x="23" y="89"/>
                  </a:lnTo>
                  <a:lnTo>
                    <a:pt x="0" y="89"/>
                  </a:lnTo>
                  <a:lnTo>
                    <a:pt x="0" y="0"/>
                  </a:lnTo>
                  <a:lnTo>
                    <a:pt x="26" y="0"/>
                  </a:lnTo>
                  <a:lnTo>
                    <a:pt x="61" y="21"/>
                  </a:lnTo>
                  <a:lnTo>
                    <a:pt x="61" y="36"/>
                  </a:lnTo>
                  <a:lnTo>
                    <a:pt x="61" y="36"/>
                  </a:lnTo>
                  <a:lnTo>
                    <a:pt x="80" y="36"/>
                  </a:lnTo>
                  <a:lnTo>
                    <a:pt x="91" y="53"/>
                  </a:lnTo>
                  <a:lnTo>
                    <a:pt x="75" y="53"/>
                  </a:lnTo>
                  <a:close/>
                  <a:moveTo>
                    <a:pt x="149" y="36"/>
                  </a:moveTo>
                  <a:lnTo>
                    <a:pt x="109" y="36"/>
                  </a:lnTo>
                  <a:lnTo>
                    <a:pt x="109" y="46"/>
                  </a:lnTo>
                  <a:lnTo>
                    <a:pt x="149" y="46"/>
                  </a:lnTo>
                  <a:lnTo>
                    <a:pt x="149" y="36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91"/>
            <p:cNvSpPr/>
            <p:nvPr/>
          </p:nvSpPr>
          <p:spPr>
            <a:xfrm>
              <a:off x="3652845" y="1039298"/>
              <a:ext cx="185444" cy="70550"/>
            </a:xfrm>
            <a:custGeom>
              <a:rect b="b" l="l" r="r" t="t"/>
              <a:pathLst>
                <a:path extrusionOk="0" h="35" w="92">
                  <a:moveTo>
                    <a:pt x="92" y="12"/>
                  </a:moveTo>
                  <a:lnTo>
                    <a:pt x="70" y="0"/>
                  </a:lnTo>
                  <a:lnTo>
                    <a:pt x="59" y="6"/>
                  </a:lnTo>
                  <a:lnTo>
                    <a:pt x="33" y="6"/>
                  </a:lnTo>
                  <a:lnTo>
                    <a:pt x="20" y="14"/>
                  </a:lnTo>
                  <a:lnTo>
                    <a:pt x="20" y="1"/>
                  </a:lnTo>
                  <a:lnTo>
                    <a:pt x="0" y="1"/>
                  </a:lnTo>
                  <a:lnTo>
                    <a:pt x="0" y="20"/>
                  </a:lnTo>
                  <a:lnTo>
                    <a:pt x="11" y="20"/>
                  </a:lnTo>
                  <a:lnTo>
                    <a:pt x="11" y="35"/>
                  </a:lnTo>
                  <a:lnTo>
                    <a:pt x="52" y="35"/>
                  </a:lnTo>
                  <a:lnTo>
                    <a:pt x="92" y="12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91"/>
            <p:cNvSpPr/>
            <p:nvPr/>
          </p:nvSpPr>
          <p:spPr>
            <a:xfrm>
              <a:off x="7297214" y="1728664"/>
              <a:ext cx="137067" cy="157224"/>
            </a:xfrm>
            <a:custGeom>
              <a:rect b="b" l="l" r="r" t="t"/>
              <a:pathLst>
                <a:path extrusionOk="0" h="78" w="68">
                  <a:moveTo>
                    <a:pt x="46" y="55"/>
                  </a:moveTo>
                  <a:lnTo>
                    <a:pt x="64" y="25"/>
                  </a:lnTo>
                  <a:lnTo>
                    <a:pt x="64" y="0"/>
                  </a:lnTo>
                  <a:lnTo>
                    <a:pt x="30" y="17"/>
                  </a:lnTo>
                  <a:lnTo>
                    <a:pt x="18" y="17"/>
                  </a:lnTo>
                  <a:lnTo>
                    <a:pt x="0" y="46"/>
                  </a:lnTo>
                  <a:lnTo>
                    <a:pt x="26" y="46"/>
                  </a:lnTo>
                  <a:lnTo>
                    <a:pt x="26" y="78"/>
                  </a:lnTo>
                  <a:lnTo>
                    <a:pt x="47" y="78"/>
                  </a:lnTo>
                  <a:lnTo>
                    <a:pt x="68" y="68"/>
                  </a:lnTo>
                  <a:lnTo>
                    <a:pt x="46" y="55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91"/>
            <p:cNvSpPr/>
            <p:nvPr/>
          </p:nvSpPr>
          <p:spPr>
            <a:xfrm>
              <a:off x="7391951" y="1865731"/>
              <a:ext cx="92722" cy="122958"/>
            </a:xfrm>
            <a:custGeom>
              <a:rect b="b" l="l" r="r" t="t"/>
              <a:pathLst>
                <a:path extrusionOk="0" h="61" w="46">
                  <a:moveTo>
                    <a:pt x="21" y="0"/>
                  </a:moveTo>
                  <a:lnTo>
                    <a:pt x="0" y="10"/>
                  </a:lnTo>
                  <a:lnTo>
                    <a:pt x="19" y="43"/>
                  </a:lnTo>
                  <a:lnTo>
                    <a:pt x="19" y="61"/>
                  </a:lnTo>
                  <a:lnTo>
                    <a:pt x="46" y="45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91"/>
            <p:cNvSpPr/>
            <p:nvPr/>
          </p:nvSpPr>
          <p:spPr>
            <a:xfrm>
              <a:off x="4307945" y="1291259"/>
              <a:ext cx="90705" cy="68533"/>
            </a:xfrm>
            <a:custGeom>
              <a:rect b="b" l="l" r="r" t="t"/>
              <a:pathLst>
                <a:path extrusionOk="0" h="34" w="45">
                  <a:moveTo>
                    <a:pt x="45" y="24"/>
                  </a:moveTo>
                  <a:lnTo>
                    <a:pt x="38" y="34"/>
                  </a:lnTo>
                  <a:lnTo>
                    <a:pt x="31" y="34"/>
                  </a:lnTo>
                  <a:lnTo>
                    <a:pt x="31" y="18"/>
                  </a:lnTo>
                  <a:lnTo>
                    <a:pt x="45" y="18"/>
                  </a:lnTo>
                  <a:lnTo>
                    <a:pt x="45" y="24"/>
                  </a:lnTo>
                  <a:close/>
                  <a:moveTo>
                    <a:pt x="22" y="0"/>
                  </a:moveTo>
                  <a:lnTo>
                    <a:pt x="0" y="13"/>
                  </a:lnTo>
                  <a:lnTo>
                    <a:pt x="0" y="30"/>
                  </a:lnTo>
                  <a:lnTo>
                    <a:pt x="22" y="3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91"/>
            <p:cNvSpPr/>
            <p:nvPr/>
          </p:nvSpPr>
          <p:spPr>
            <a:xfrm>
              <a:off x="6228898" y="1454530"/>
              <a:ext cx="850621" cy="314448"/>
            </a:xfrm>
            <a:custGeom>
              <a:rect b="b" l="l" r="r" t="t"/>
              <a:pathLst>
                <a:path extrusionOk="0" h="156" w="422">
                  <a:moveTo>
                    <a:pt x="83" y="105"/>
                  </a:moveTo>
                  <a:lnTo>
                    <a:pt x="106" y="105"/>
                  </a:lnTo>
                  <a:lnTo>
                    <a:pt x="166" y="140"/>
                  </a:lnTo>
                  <a:lnTo>
                    <a:pt x="229" y="140"/>
                  </a:lnTo>
                  <a:lnTo>
                    <a:pt x="256" y="156"/>
                  </a:lnTo>
                  <a:lnTo>
                    <a:pt x="283" y="156"/>
                  </a:lnTo>
                  <a:lnTo>
                    <a:pt x="302" y="145"/>
                  </a:lnTo>
                  <a:lnTo>
                    <a:pt x="334" y="145"/>
                  </a:lnTo>
                  <a:lnTo>
                    <a:pt x="344" y="127"/>
                  </a:lnTo>
                  <a:lnTo>
                    <a:pt x="344" y="106"/>
                  </a:lnTo>
                  <a:lnTo>
                    <a:pt x="369" y="106"/>
                  </a:lnTo>
                  <a:lnTo>
                    <a:pt x="387" y="95"/>
                  </a:lnTo>
                  <a:lnTo>
                    <a:pt x="387" y="83"/>
                  </a:lnTo>
                  <a:lnTo>
                    <a:pt x="422" y="83"/>
                  </a:lnTo>
                  <a:lnTo>
                    <a:pt x="422" y="70"/>
                  </a:lnTo>
                  <a:lnTo>
                    <a:pt x="405" y="60"/>
                  </a:lnTo>
                  <a:lnTo>
                    <a:pt x="359" y="60"/>
                  </a:lnTo>
                  <a:lnTo>
                    <a:pt x="359" y="60"/>
                  </a:lnTo>
                  <a:lnTo>
                    <a:pt x="359" y="30"/>
                  </a:lnTo>
                  <a:lnTo>
                    <a:pt x="359" y="30"/>
                  </a:lnTo>
                  <a:lnTo>
                    <a:pt x="314" y="30"/>
                  </a:lnTo>
                  <a:lnTo>
                    <a:pt x="295" y="41"/>
                  </a:lnTo>
                  <a:lnTo>
                    <a:pt x="268" y="41"/>
                  </a:lnTo>
                  <a:lnTo>
                    <a:pt x="239" y="25"/>
                  </a:lnTo>
                  <a:lnTo>
                    <a:pt x="188" y="25"/>
                  </a:lnTo>
                  <a:lnTo>
                    <a:pt x="146" y="0"/>
                  </a:lnTo>
                  <a:lnTo>
                    <a:pt x="119" y="0"/>
                  </a:lnTo>
                  <a:lnTo>
                    <a:pt x="130" y="19"/>
                  </a:lnTo>
                  <a:lnTo>
                    <a:pt x="130" y="31"/>
                  </a:lnTo>
                  <a:lnTo>
                    <a:pt x="104" y="31"/>
                  </a:lnTo>
                  <a:lnTo>
                    <a:pt x="75" y="15"/>
                  </a:lnTo>
                  <a:lnTo>
                    <a:pt x="43" y="15"/>
                  </a:lnTo>
                  <a:lnTo>
                    <a:pt x="0" y="40"/>
                  </a:lnTo>
                  <a:lnTo>
                    <a:pt x="68" y="78"/>
                  </a:lnTo>
                  <a:lnTo>
                    <a:pt x="83" y="105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91"/>
            <p:cNvSpPr/>
            <p:nvPr/>
          </p:nvSpPr>
          <p:spPr>
            <a:xfrm>
              <a:off x="5122283" y="1914107"/>
              <a:ext cx="243898" cy="260025"/>
            </a:xfrm>
            <a:custGeom>
              <a:rect b="b" l="l" r="r" t="t"/>
              <a:pathLst>
                <a:path extrusionOk="0" h="129" w="121">
                  <a:moveTo>
                    <a:pt x="31" y="35"/>
                  </a:moveTo>
                  <a:lnTo>
                    <a:pt x="0" y="52"/>
                  </a:lnTo>
                  <a:lnTo>
                    <a:pt x="0" y="76"/>
                  </a:lnTo>
                  <a:lnTo>
                    <a:pt x="91" y="129"/>
                  </a:lnTo>
                  <a:lnTo>
                    <a:pt x="108" y="129"/>
                  </a:lnTo>
                  <a:lnTo>
                    <a:pt x="108" y="113"/>
                  </a:lnTo>
                  <a:lnTo>
                    <a:pt x="121" y="113"/>
                  </a:lnTo>
                  <a:lnTo>
                    <a:pt x="121" y="71"/>
                  </a:lnTo>
                  <a:lnTo>
                    <a:pt x="92" y="54"/>
                  </a:lnTo>
                  <a:lnTo>
                    <a:pt x="92" y="17"/>
                  </a:lnTo>
                  <a:lnTo>
                    <a:pt x="62" y="0"/>
                  </a:lnTo>
                  <a:lnTo>
                    <a:pt x="31" y="0"/>
                  </a:lnTo>
                  <a:lnTo>
                    <a:pt x="31" y="35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91"/>
            <p:cNvSpPr/>
            <p:nvPr/>
          </p:nvSpPr>
          <p:spPr>
            <a:xfrm>
              <a:off x="4324071" y="2694179"/>
              <a:ext cx="199553" cy="312433"/>
            </a:xfrm>
            <a:custGeom>
              <a:rect b="b" l="l" r="r" t="t"/>
              <a:pathLst>
                <a:path extrusionOk="0" h="155" w="99">
                  <a:moveTo>
                    <a:pt x="76" y="116"/>
                  </a:moveTo>
                  <a:lnTo>
                    <a:pt x="76" y="98"/>
                  </a:lnTo>
                  <a:lnTo>
                    <a:pt x="93" y="70"/>
                  </a:lnTo>
                  <a:lnTo>
                    <a:pt x="71" y="58"/>
                  </a:lnTo>
                  <a:lnTo>
                    <a:pt x="71" y="47"/>
                  </a:lnTo>
                  <a:lnTo>
                    <a:pt x="90" y="47"/>
                  </a:lnTo>
                  <a:lnTo>
                    <a:pt x="79" y="25"/>
                  </a:lnTo>
                  <a:lnTo>
                    <a:pt x="79" y="0"/>
                  </a:lnTo>
                  <a:lnTo>
                    <a:pt x="59" y="12"/>
                  </a:lnTo>
                  <a:lnTo>
                    <a:pt x="59" y="38"/>
                  </a:lnTo>
                  <a:lnTo>
                    <a:pt x="33" y="85"/>
                  </a:lnTo>
                  <a:lnTo>
                    <a:pt x="33" y="85"/>
                  </a:lnTo>
                  <a:lnTo>
                    <a:pt x="18" y="76"/>
                  </a:lnTo>
                  <a:lnTo>
                    <a:pt x="0" y="108"/>
                  </a:lnTo>
                  <a:lnTo>
                    <a:pt x="0" y="121"/>
                  </a:lnTo>
                  <a:lnTo>
                    <a:pt x="15" y="121"/>
                  </a:lnTo>
                  <a:lnTo>
                    <a:pt x="15" y="147"/>
                  </a:lnTo>
                  <a:lnTo>
                    <a:pt x="15" y="148"/>
                  </a:lnTo>
                  <a:lnTo>
                    <a:pt x="28" y="155"/>
                  </a:lnTo>
                  <a:lnTo>
                    <a:pt x="36" y="155"/>
                  </a:lnTo>
                  <a:lnTo>
                    <a:pt x="60" y="155"/>
                  </a:lnTo>
                  <a:lnTo>
                    <a:pt x="99" y="155"/>
                  </a:lnTo>
                  <a:lnTo>
                    <a:pt x="76" y="116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91"/>
            <p:cNvSpPr/>
            <p:nvPr/>
          </p:nvSpPr>
          <p:spPr>
            <a:xfrm>
              <a:off x="6253086" y="2127770"/>
              <a:ext cx="217695" cy="114895"/>
            </a:xfrm>
            <a:custGeom>
              <a:rect b="b" l="l" r="r" t="t"/>
              <a:pathLst>
                <a:path extrusionOk="0" h="57" w="108">
                  <a:moveTo>
                    <a:pt x="18" y="0"/>
                  </a:moveTo>
                  <a:lnTo>
                    <a:pt x="0" y="0"/>
                  </a:lnTo>
                  <a:lnTo>
                    <a:pt x="0" y="27"/>
                  </a:lnTo>
                  <a:lnTo>
                    <a:pt x="36" y="48"/>
                  </a:lnTo>
                  <a:lnTo>
                    <a:pt x="65" y="48"/>
                  </a:lnTo>
                  <a:lnTo>
                    <a:pt x="81" y="57"/>
                  </a:lnTo>
                  <a:lnTo>
                    <a:pt x="108" y="57"/>
                  </a:lnTo>
                  <a:lnTo>
                    <a:pt x="108" y="34"/>
                  </a:lnTo>
                  <a:lnTo>
                    <a:pt x="78" y="3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91"/>
            <p:cNvSpPr/>
            <p:nvPr/>
          </p:nvSpPr>
          <p:spPr>
            <a:xfrm>
              <a:off x="6823526" y="2389810"/>
              <a:ext cx="241883" cy="360809"/>
            </a:xfrm>
            <a:custGeom>
              <a:rect b="b" l="l" r="r" t="t"/>
              <a:pathLst>
                <a:path extrusionOk="0" h="179" w="120">
                  <a:moveTo>
                    <a:pt x="80" y="179"/>
                  </a:moveTo>
                  <a:lnTo>
                    <a:pt x="120" y="157"/>
                  </a:lnTo>
                  <a:lnTo>
                    <a:pt x="120" y="110"/>
                  </a:lnTo>
                  <a:lnTo>
                    <a:pt x="100" y="76"/>
                  </a:lnTo>
                  <a:lnTo>
                    <a:pt x="59" y="53"/>
                  </a:lnTo>
                  <a:lnTo>
                    <a:pt x="68" y="37"/>
                  </a:lnTo>
                  <a:lnTo>
                    <a:pt x="68" y="24"/>
                  </a:lnTo>
                  <a:lnTo>
                    <a:pt x="26" y="0"/>
                  </a:lnTo>
                  <a:lnTo>
                    <a:pt x="7" y="11"/>
                  </a:lnTo>
                  <a:lnTo>
                    <a:pt x="0" y="15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24" y="42"/>
                  </a:lnTo>
                  <a:lnTo>
                    <a:pt x="24" y="67"/>
                  </a:lnTo>
                  <a:lnTo>
                    <a:pt x="59" y="67"/>
                  </a:lnTo>
                  <a:lnTo>
                    <a:pt x="91" y="85"/>
                  </a:lnTo>
                  <a:lnTo>
                    <a:pt x="91" y="117"/>
                  </a:lnTo>
                  <a:lnTo>
                    <a:pt x="57" y="117"/>
                  </a:lnTo>
                  <a:lnTo>
                    <a:pt x="57" y="145"/>
                  </a:lnTo>
                  <a:lnTo>
                    <a:pt x="66" y="149"/>
                  </a:lnTo>
                  <a:lnTo>
                    <a:pt x="66" y="171"/>
                  </a:lnTo>
                  <a:lnTo>
                    <a:pt x="80" y="179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91"/>
            <p:cNvSpPr/>
            <p:nvPr/>
          </p:nvSpPr>
          <p:spPr>
            <a:xfrm>
              <a:off x="6748946" y="2915905"/>
              <a:ext cx="1279963" cy="481751"/>
            </a:xfrm>
            <a:custGeom>
              <a:rect b="b" l="l" r="r" t="t"/>
              <a:pathLst>
                <a:path extrusionOk="0" h="239" w="635">
                  <a:moveTo>
                    <a:pt x="294" y="12"/>
                  </a:moveTo>
                  <a:lnTo>
                    <a:pt x="309" y="12"/>
                  </a:lnTo>
                  <a:lnTo>
                    <a:pt x="309" y="90"/>
                  </a:lnTo>
                  <a:lnTo>
                    <a:pt x="287" y="102"/>
                  </a:lnTo>
                  <a:lnTo>
                    <a:pt x="287" y="140"/>
                  </a:lnTo>
                  <a:lnTo>
                    <a:pt x="265" y="140"/>
                  </a:lnTo>
                  <a:lnTo>
                    <a:pt x="253" y="120"/>
                  </a:lnTo>
                  <a:lnTo>
                    <a:pt x="205" y="120"/>
                  </a:lnTo>
                  <a:lnTo>
                    <a:pt x="205" y="95"/>
                  </a:lnTo>
                  <a:lnTo>
                    <a:pt x="185" y="62"/>
                  </a:lnTo>
                  <a:lnTo>
                    <a:pt x="199" y="54"/>
                  </a:lnTo>
                  <a:lnTo>
                    <a:pt x="219" y="66"/>
                  </a:lnTo>
                  <a:lnTo>
                    <a:pt x="231" y="66"/>
                  </a:lnTo>
                  <a:lnTo>
                    <a:pt x="247" y="56"/>
                  </a:lnTo>
                  <a:lnTo>
                    <a:pt x="268" y="56"/>
                  </a:lnTo>
                  <a:lnTo>
                    <a:pt x="294" y="12"/>
                  </a:lnTo>
                  <a:close/>
                  <a:moveTo>
                    <a:pt x="529" y="111"/>
                  </a:moveTo>
                  <a:lnTo>
                    <a:pt x="529" y="93"/>
                  </a:lnTo>
                  <a:lnTo>
                    <a:pt x="511" y="83"/>
                  </a:lnTo>
                  <a:lnTo>
                    <a:pt x="489" y="95"/>
                  </a:lnTo>
                  <a:lnTo>
                    <a:pt x="502" y="102"/>
                  </a:lnTo>
                  <a:lnTo>
                    <a:pt x="502" y="111"/>
                  </a:lnTo>
                  <a:lnTo>
                    <a:pt x="529" y="111"/>
                  </a:lnTo>
                  <a:close/>
                  <a:moveTo>
                    <a:pt x="385" y="91"/>
                  </a:moveTo>
                  <a:lnTo>
                    <a:pt x="369" y="91"/>
                  </a:lnTo>
                  <a:lnTo>
                    <a:pt x="355" y="100"/>
                  </a:lnTo>
                  <a:lnTo>
                    <a:pt x="339" y="91"/>
                  </a:lnTo>
                  <a:lnTo>
                    <a:pt x="326" y="113"/>
                  </a:lnTo>
                  <a:lnTo>
                    <a:pt x="326" y="139"/>
                  </a:lnTo>
                  <a:lnTo>
                    <a:pt x="343" y="167"/>
                  </a:lnTo>
                  <a:lnTo>
                    <a:pt x="343" y="131"/>
                  </a:lnTo>
                  <a:lnTo>
                    <a:pt x="353" y="124"/>
                  </a:lnTo>
                  <a:lnTo>
                    <a:pt x="366" y="146"/>
                  </a:lnTo>
                  <a:lnTo>
                    <a:pt x="381" y="146"/>
                  </a:lnTo>
                  <a:lnTo>
                    <a:pt x="363" y="115"/>
                  </a:lnTo>
                  <a:lnTo>
                    <a:pt x="385" y="102"/>
                  </a:lnTo>
                  <a:lnTo>
                    <a:pt x="385" y="91"/>
                  </a:lnTo>
                  <a:close/>
                  <a:moveTo>
                    <a:pt x="533" y="168"/>
                  </a:moveTo>
                  <a:lnTo>
                    <a:pt x="533" y="182"/>
                  </a:lnTo>
                  <a:lnTo>
                    <a:pt x="540" y="182"/>
                  </a:lnTo>
                  <a:lnTo>
                    <a:pt x="540" y="168"/>
                  </a:lnTo>
                  <a:lnTo>
                    <a:pt x="533" y="168"/>
                  </a:lnTo>
                  <a:close/>
                  <a:moveTo>
                    <a:pt x="409" y="226"/>
                  </a:moveTo>
                  <a:lnTo>
                    <a:pt x="406" y="220"/>
                  </a:lnTo>
                  <a:lnTo>
                    <a:pt x="382" y="233"/>
                  </a:lnTo>
                  <a:lnTo>
                    <a:pt x="385" y="239"/>
                  </a:lnTo>
                  <a:lnTo>
                    <a:pt x="409" y="226"/>
                  </a:lnTo>
                  <a:close/>
                  <a:moveTo>
                    <a:pt x="594" y="107"/>
                  </a:moveTo>
                  <a:lnTo>
                    <a:pt x="554" y="129"/>
                  </a:lnTo>
                  <a:lnTo>
                    <a:pt x="535" y="118"/>
                  </a:lnTo>
                  <a:lnTo>
                    <a:pt x="519" y="129"/>
                  </a:lnTo>
                  <a:lnTo>
                    <a:pt x="566" y="156"/>
                  </a:lnTo>
                  <a:lnTo>
                    <a:pt x="567" y="156"/>
                  </a:lnTo>
                  <a:lnTo>
                    <a:pt x="586" y="156"/>
                  </a:lnTo>
                  <a:lnTo>
                    <a:pt x="602" y="184"/>
                  </a:lnTo>
                  <a:lnTo>
                    <a:pt x="590" y="206"/>
                  </a:lnTo>
                  <a:lnTo>
                    <a:pt x="621" y="206"/>
                  </a:lnTo>
                  <a:lnTo>
                    <a:pt x="621" y="220"/>
                  </a:lnTo>
                  <a:lnTo>
                    <a:pt x="635" y="220"/>
                  </a:lnTo>
                  <a:lnTo>
                    <a:pt x="635" y="131"/>
                  </a:lnTo>
                  <a:lnTo>
                    <a:pt x="594" y="107"/>
                  </a:lnTo>
                  <a:close/>
                  <a:moveTo>
                    <a:pt x="368" y="223"/>
                  </a:moveTo>
                  <a:lnTo>
                    <a:pt x="368" y="212"/>
                  </a:lnTo>
                  <a:lnTo>
                    <a:pt x="317" y="212"/>
                  </a:lnTo>
                  <a:lnTo>
                    <a:pt x="334" y="223"/>
                  </a:lnTo>
                  <a:lnTo>
                    <a:pt x="368" y="223"/>
                  </a:lnTo>
                  <a:close/>
                  <a:moveTo>
                    <a:pt x="489" y="123"/>
                  </a:moveTo>
                  <a:lnTo>
                    <a:pt x="450" y="123"/>
                  </a:lnTo>
                  <a:lnTo>
                    <a:pt x="450" y="133"/>
                  </a:lnTo>
                  <a:lnTo>
                    <a:pt x="489" y="133"/>
                  </a:lnTo>
                  <a:lnTo>
                    <a:pt x="489" y="123"/>
                  </a:lnTo>
                  <a:close/>
                  <a:moveTo>
                    <a:pt x="411" y="58"/>
                  </a:moveTo>
                  <a:lnTo>
                    <a:pt x="360" y="58"/>
                  </a:lnTo>
                  <a:lnTo>
                    <a:pt x="360" y="68"/>
                  </a:lnTo>
                  <a:lnTo>
                    <a:pt x="411" y="68"/>
                  </a:lnTo>
                  <a:lnTo>
                    <a:pt x="411" y="58"/>
                  </a:lnTo>
                  <a:close/>
                  <a:moveTo>
                    <a:pt x="450" y="77"/>
                  </a:moveTo>
                  <a:lnTo>
                    <a:pt x="460" y="77"/>
                  </a:lnTo>
                  <a:lnTo>
                    <a:pt x="460" y="44"/>
                  </a:lnTo>
                  <a:lnTo>
                    <a:pt x="450" y="44"/>
                  </a:lnTo>
                  <a:lnTo>
                    <a:pt x="450" y="77"/>
                  </a:lnTo>
                  <a:close/>
                  <a:moveTo>
                    <a:pt x="229" y="212"/>
                  </a:moveTo>
                  <a:lnTo>
                    <a:pt x="289" y="212"/>
                  </a:lnTo>
                  <a:lnTo>
                    <a:pt x="271" y="203"/>
                  </a:lnTo>
                  <a:lnTo>
                    <a:pt x="251" y="203"/>
                  </a:lnTo>
                  <a:lnTo>
                    <a:pt x="229" y="189"/>
                  </a:lnTo>
                  <a:lnTo>
                    <a:pt x="189" y="189"/>
                  </a:lnTo>
                  <a:lnTo>
                    <a:pt x="168" y="177"/>
                  </a:lnTo>
                  <a:lnTo>
                    <a:pt x="146" y="189"/>
                  </a:lnTo>
                  <a:lnTo>
                    <a:pt x="154" y="204"/>
                  </a:lnTo>
                  <a:lnTo>
                    <a:pt x="214" y="204"/>
                  </a:lnTo>
                  <a:lnTo>
                    <a:pt x="229" y="212"/>
                  </a:lnTo>
                  <a:close/>
                  <a:moveTo>
                    <a:pt x="113" y="100"/>
                  </a:moveTo>
                  <a:lnTo>
                    <a:pt x="113" y="79"/>
                  </a:lnTo>
                  <a:lnTo>
                    <a:pt x="61" y="49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22" y="18"/>
                  </a:lnTo>
                  <a:lnTo>
                    <a:pt x="57" y="78"/>
                  </a:lnTo>
                  <a:lnTo>
                    <a:pt x="68" y="85"/>
                  </a:lnTo>
                  <a:lnTo>
                    <a:pt x="116" y="168"/>
                  </a:lnTo>
                  <a:lnTo>
                    <a:pt x="140" y="168"/>
                  </a:lnTo>
                  <a:lnTo>
                    <a:pt x="140" y="116"/>
                  </a:lnTo>
                  <a:lnTo>
                    <a:pt x="113" y="10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91"/>
            <p:cNvSpPr/>
            <p:nvPr/>
          </p:nvSpPr>
          <p:spPr>
            <a:xfrm>
              <a:off x="6883997" y="2869544"/>
              <a:ext cx="518032" cy="179397"/>
            </a:xfrm>
            <a:custGeom>
              <a:rect b="b" l="l" r="r" t="t"/>
              <a:pathLst>
                <a:path extrusionOk="0" h="89" w="257">
                  <a:moveTo>
                    <a:pt x="247" y="35"/>
                  </a:moveTo>
                  <a:lnTo>
                    <a:pt x="242" y="35"/>
                  </a:lnTo>
                  <a:lnTo>
                    <a:pt x="227" y="35"/>
                  </a:lnTo>
                  <a:lnTo>
                    <a:pt x="201" y="79"/>
                  </a:lnTo>
                  <a:lnTo>
                    <a:pt x="180" y="79"/>
                  </a:lnTo>
                  <a:lnTo>
                    <a:pt x="164" y="89"/>
                  </a:lnTo>
                  <a:lnTo>
                    <a:pt x="152" y="89"/>
                  </a:lnTo>
                  <a:lnTo>
                    <a:pt x="132" y="77"/>
                  </a:lnTo>
                  <a:lnTo>
                    <a:pt x="159" y="62"/>
                  </a:lnTo>
                  <a:lnTo>
                    <a:pt x="177" y="62"/>
                  </a:lnTo>
                  <a:lnTo>
                    <a:pt x="187" y="45"/>
                  </a:lnTo>
                  <a:lnTo>
                    <a:pt x="201" y="45"/>
                  </a:lnTo>
                  <a:lnTo>
                    <a:pt x="201" y="31"/>
                  </a:lnTo>
                  <a:lnTo>
                    <a:pt x="211" y="31"/>
                  </a:lnTo>
                  <a:lnTo>
                    <a:pt x="229" y="0"/>
                  </a:lnTo>
                  <a:lnTo>
                    <a:pt x="257" y="17"/>
                  </a:lnTo>
                  <a:lnTo>
                    <a:pt x="247" y="35"/>
                  </a:lnTo>
                  <a:close/>
                  <a:moveTo>
                    <a:pt x="0" y="16"/>
                  </a:moveTo>
                  <a:lnTo>
                    <a:pt x="6" y="25"/>
                  </a:lnTo>
                  <a:lnTo>
                    <a:pt x="6" y="40"/>
                  </a:lnTo>
                  <a:lnTo>
                    <a:pt x="19" y="62"/>
                  </a:lnTo>
                  <a:lnTo>
                    <a:pt x="53" y="83"/>
                  </a:lnTo>
                  <a:lnTo>
                    <a:pt x="53" y="62"/>
                  </a:lnTo>
                  <a:lnTo>
                    <a:pt x="43" y="55"/>
                  </a:lnTo>
                  <a:lnTo>
                    <a:pt x="43" y="30"/>
                  </a:lnTo>
                  <a:lnTo>
                    <a:pt x="30" y="8"/>
                  </a:lnTo>
                  <a:lnTo>
                    <a:pt x="17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91"/>
            <p:cNvSpPr/>
            <p:nvPr/>
          </p:nvSpPr>
          <p:spPr>
            <a:xfrm>
              <a:off x="4328102" y="2992501"/>
              <a:ext cx="68533" cy="40314"/>
            </a:xfrm>
            <a:custGeom>
              <a:rect b="b" l="l" r="r" t="t"/>
              <a:pathLst>
                <a:path extrusionOk="0" h="20" w="34">
                  <a:moveTo>
                    <a:pt x="34" y="7"/>
                  </a:moveTo>
                  <a:lnTo>
                    <a:pt x="26" y="7"/>
                  </a:lnTo>
                  <a:lnTo>
                    <a:pt x="13" y="0"/>
                  </a:lnTo>
                  <a:lnTo>
                    <a:pt x="0" y="20"/>
                  </a:lnTo>
                  <a:lnTo>
                    <a:pt x="34" y="20"/>
                  </a:lnTo>
                  <a:lnTo>
                    <a:pt x="34" y="7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91"/>
            <p:cNvSpPr/>
            <p:nvPr/>
          </p:nvSpPr>
          <p:spPr>
            <a:xfrm>
              <a:off x="5001341" y="2049158"/>
              <a:ext cx="46360" cy="96753"/>
            </a:xfrm>
            <a:custGeom>
              <a:rect b="b" l="l" r="r" t="t"/>
              <a:pathLst>
                <a:path extrusionOk="0" h="48" w="23">
                  <a:moveTo>
                    <a:pt x="23" y="0"/>
                  </a:moveTo>
                  <a:lnTo>
                    <a:pt x="12" y="0"/>
                  </a:lnTo>
                  <a:lnTo>
                    <a:pt x="0" y="23"/>
                  </a:lnTo>
                  <a:lnTo>
                    <a:pt x="14" y="48"/>
                  </a:lnTo>
                  <a:lnTo>
                    <a:pt x="23" y="32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91"/>
            <p:cNvSpPr/>
            <p:nvPr/>
          </p:nvSpPr>
          <p:spPr>
            <a:xfrm>
              <a:off x="5962827" y="1964499"/>
              <a:ext cx="759915" cy="852637"/>
            </a:xfrm>
            <a:custGeom>
              <a:rect b="b" l="l" r="r" t="t"/>
              <a:pathLst>
                <a:path extrusionOk="0" h="423" w="377">
                  <a:moveTo>
                    <a:pt x="356" y="95"/>
                  </a:moveTo>
                  <a:lnTo>
                    <a:pt x="325" y="95"/>
                  </a:lnTo>
                  <a:lnTo>
                    <a:pt x="304" y="134"/>
                  </a:lnTo>
                  <a:lnTo>
                    <a:pt x="265" y="134"/>
                  </a:lnTo>
                  <a:lnTo>
                    <a:pt x="265" y="115"/>
                  </a:lnTo>
                  <a:lnTo>
                    <a:pt x="252" y="115"/>
                  </a:lnTo>
                  <a:lnTo>
                    <a:pt x="252" y="138"/>
                  </a:lnTo>
                  <a:lnTo>
                    <a:pt x="225" y="138"/>
                  </a:lnTo>
                  <a:lnTo>
                    <a:pt x="209" y="129"/>
                  </a:lnTo>
                  <a:lnTo>
                    <a:pt x="180" y="129"/>
                  </a:lnTo>
                  <a:lnTo>
                    <a:pt x="144" y="108"/>
                  </a:lnTo>
                  <a:lnTo>
                    <a:pt x="144" y="81"/>
                  </a:lnTo>
                  <a:lnTo>
                    <a:pt x="116" y="65"/>
                  </a:lnTo>
                  <a:lnTo>
                    <a:pt x="116" y="41"/>
                  </a:lnTo>
                  <a:lnTo>
                    <a:pt x="106" y="23"/>
                  </a:lnTo>
                  <a:lnTo>
                    <a:pt x="102" y="17"/>
                  </a:lnTo>
                  <a:lnTo>
                    <a:pt x="92" y="0"/>
                  </a:lnTo>
                  <a:lnTo>
                    <a:pt x="73" y="0"/>
                  </a:lnTo>
                  <a:lnTo>
                    <a:pt x="73" y="13"/>
                  </a:lnTo>
                  <a:lnTo>
                    <a:pt x="42" y="13"/>
                  </a:lnTo>
                  <a:lnTo>
                    <a:pt x="42" y="25"/>
                  </a:lnTo>
                  <a:lnTo>
                    <a:pt x="61" y="58"/>
                  </a:lnTo>
                  <a:lnTo>
                    <a:pt x="25" y="119"/>
                  </a:lnTo>
                  <a:lnTo>
                    <a:pt x="7" y="119"/>
                  </a:lnTo>
                  <a:lnTo>
                    <a:pt x="0" y="130"/>
                  </a:lnTo>
                  <a:lnTo>
                    <a:pt x="28" y="145"/>
                  </a:lnTo>
                  <a:lnTo>
                    <a:pt x="28" y="174"/>
                  </a:lnTo>
                  <a:lnTo>
                    <a:pt x="5" y="187"/>
                  </a:lnTo>
                  <a:lnTo>
                    <a:pt x="25" y="222"/>
                  </a:lnTo>
                  <a:lnTo>
                    <a:pt x="54" y="206"/>
                  </a:lnTo>
                  <a:lnTo>
                    <a:pt x="66" y="228"/>
                  </a:lnTo>
                  <a:lnTo>
                    <a:pt x="66" y="293"/>
                  </a:lnTo>
                  <a:lnTo>
                    <a:pt x="126" y="398"/>
                  </a:lnTo>
                  <a:lnTo>
                    <a:pt x="126" y="423"/>
                  </a:lnTo>
                  <a:lnTo>
                    <a:pt x="126" y="423"/>
                  </a:lnTo>
                  <a:lnTo>
                    <a:pt x="139" y="423"/>
                  </a:lnTo>
                  <a:lnTo>
                    <a:pt x="166" y="376"/>
                  </a:lnTo>
                  <a:lnTo>
                    <a:pt x="166" y="306"/>
                  </a:lnTo>
                  <a:lnTo>
                    <a:pt x="206" y="283"/>
                  </a:lnTo>
                  <a:lnTo>
                    <a:pt x="251" y="206"/>
                  </a:lnTo>
                  <a:lnTo>
                    <a:pt x="275" y="206"/>
                  </a:lnTo>
                  <a:lnTo>
                    <a:pt x="264" y="186"/>
                  </a:lnTo>
                  <a:lnTo>
                    <a:pt x="264" y="153"/>
                  </a:lnTo>
                  <a:lnTo>
                    <a:pt x="275" y="147"/>
                  </a:lnTo>
                  <a:lnTo>
                    <a:pt x="282" y="157"/>
                  </a:lnTo>
                  <a:lnTo>
                    <a:pt x="317" y="157"/>
                  </a:lnTo>
                  <a:lnTo>
                    <a:pt x="317" y="170"/>
                  </a:lnTo>
                  <a:lnTo>
                    <a:pt x="311" y="180"/>
                  </a:lnTo>
                  <a:lnTo>
                    <a:pt x="327" y="207"/>
                  </a:lnTo>
                  <a:lnTo>
                    <a:pt x="345" y="174"/>
                  </a:lnTo>
                  <a:lnTo>
                    <a:pt x="345" y="139"/>
                  </a:lnTo>
                  <a:lnTo>
                    <a:pt x="352" y="129"/>
                  </a:lnTo>
                  <a:lnTo>
                    <a:pt x="364" y="129"/>
                  </a:lnTo>
                  <a:lnTo>
                    <a:pt x="377" y="108"/>
                  </a:lnTo>
                  <a:lnTo>
                    <a:pt x="356" y="95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91"/>
            <p:cNvSpPr/>
            <p:nvPr/>
          </p:nvSpPr>
          <p:spPr>
            <a:xfrm>
              <a:off x="5339978" y="2141880"/>
              <a:ext cx="44345" cy="32251"/>
            </a:xfrm>
            <a:custGeom>
              <a:rect b="b" l="l" r="r" t="t"/>
              <a:pathLst>
                <a:path extrusionOk="0" h="16" w="22">
                  <a:moveTo>
                    <a:pt x="13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22" y="16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91"/>
            <p:cNvSpPr/>
            <p:nvPr/>
          </p:nvSpPr>
          <p:spPr>
            <a:xfrm>
              <a:off x="4680847" y="2361590"/>
              <a:ext cx="455546" cy="429343"/>
            </a:xfrm>
            <a:custGeom>
              <a:rect b="b" l="l" r="r" t="t"/>
              <a:pathLst>
                <a:path extrusionOk="0" h="213" w="226">
                  <a:moveTo>
                    <a:pt x="43" y="13"/>
                  </a:moveTo>
                  <a:lnTo>
                    <a:pt x="43" y="32"/>
                  </a:lnTo>
                  <a:lnTo>
                    <a:pt x="28" y="32"/>
                  </a:lnTo>
                  <a:lnTo>
                    <a:pt x="28" y="53"/>
                  </a:lnTo>
                  <a:lnTo>
                    <a:pt x="28" y="110"/>
                  </a:lnTo>
                  <a:lnTo>
                    <a:pt x="17" y="110"/>
                  </a:lnTo>
                  <a:lnTo>
                    <a:pt x="0" y="138"/>
                  </a:lnTo>
                  <a:lnTo>
                    <a:pt x="17" y="168"/>
                  </a:lnTo>
                  <a:lnTo>
                    <a:pt x="17" y="183"/>
                  </a:lnTo>
                  <a:lnTo>
                    <a:pt x="34" y="213"/>
                  </a:lnTo>
                  <a:lnTo>
                    <a:pt x="61" y="197"/>
                  </a:lnTo>
                  <a:lnTo>
                    <a:pt x="76" y="197"/>
                  </a:lnTo>
                  <a:lnTo>
                    <a:pt x="82" y="209"/>
                  </a:lnTo>
                  <a:lnTo>
                    <a:pt x="109" y="193"/>
                  </a:lnTo>
                  <a:lnTo>
                    <a:pt x="109" y="181"/>
                  </a:lnTo>
                  <a:lnTo>
                    <a:pt x="133" y="167"/>
                  </a:lnTo>
                  <a:lnTo>
                    <a:pt x="133" y="195"/>
                  </a:lnTo>
                  <a:lnTo>
                    <a:pt x="145" y="195"/>
                  </a:lnTo>
                  <a:lnTo>
                    <a:pt x="156" y="189"/>
                  </a:lnTo>
                  <a:lnTo>
                    <a:pt x="173" y="189"/>
                  </a:lnTo>
                  <a:lnTo>
                    <a:pt x="201" y="142"/>
                  </a:lnTo>
                  <a:lnTo>
                    <a:pt x="201" y="104"/>
                  </a:lnTo>
                  <a:lnTo>
                    <a:pt x="209" y="89"/>
                  </a:lnTo>
                  <a:lnTo>
                    <a:pt x="226" y="79"/>
                  </a:lnTo>
                  <a:lnTo>
                    <a:pt x="207" y="48"/>
                  </a:lnTo>
                  <a:lnTo>
                    <a:pt x="207" y="26"/>
                  </a:lnTo>
                  <a:lnTo>
                    <a:pt x="192" y="0"/>
                  </a:lnTo>
                  <a:lnTo>
                    <a:pt x="167" y="13"/>
                  </a:lnTo>
                  <a:lnTo>
                    <a:pt x="43" y="1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91"/>
            <p:cNvSpPr/>
            <p:nvPr/>
          </p:nvSpPr>
          <p:spPr>
            <a:xfrm>
              <a:off x="5086000" y="2520829"/>
              <a:ext cx="183427" cy="179397"/>
            </a:xfrm>
            <a:custGeom>
              <a:rect b="b" l="l" r="r" t="t"/>
              <a:pathLst>
                <a:path extrusionOk="0" h="89" w="91">
                  <a:moveTo>
                    <a:pt x="66" y="66"/>
                  </a:moveTo>
                  <a:lnTo>
                    <a:pt x="80" y="89"/>
                  </a:lnTo>
                  <a:lnTo>
                    <a:pt x="91" y="83"/>
                  </a:lnTo>
                  <a:lnTo>
                    <a:pt x="75" y="54"/>
                  </a:lnTo>
                  <a:lnTo>
                    <a:pt x="44" y="36"/>
                  </a:lnTo>
                  <a:lnTo>
                    <a:pt x="25" y="0"/>
                  </a:lnTo>
                  <a:lnTo>
                    <a:pt x="8" y="10"/>
                  </a:lnTo>
                  <a:lnTo>
                    <a:pt x="0" y="25"/>
                  </a:lnTo>
                  <a:lnTo>
                    <a:pt x="0" y="52"/>
                  </a:lnTo>
                  <a:lnTo>
                    <a:pt x="42" y="52"/>
                  </a:lnTo>
                  <a:lnTo>
                    <a:pt x="66" y="66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91"/>
            <p:cNvSpPr/>
            <p:nvPr/>
          </p:nvSpPr>
          <p:spPr>
            <a:xfrm>
              <a:off x="5247256" y="2688132"/>
              <a:ext cx="48377" cy="56439"/>
            </a:xfrm>
            <a:custGeom>
              <a:rect b="b" l="l" r="r" t="t"/>
              <a:pathLst>
                <a:path extrusionOk="0" h="28" w="24">
                  <a:moveTo>
                    <a:pt x="0" y="22"/>
                  </a:moveTo>
                  <a:lnTo>
                    <a:pt x="11" y="28"/>
                  </a:lnTo>
                  <a:lnTo>
                    <a:pt x="24" y="21"/>
                  </a:lnTo>
                  <a:lnTo>
                    <a:pt x="11" y="0"/>
                  </a:lnTo>
                  <a:lnTo>
                    <a:pt x="0" y="6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91"/>
            <p:cNvSpPr/>
            <p:nvPr/>
          </p:nvSpPr>
          <p:spPr>
            <a:xfrm>
              <a:off x="6607848" y="2182193"/>
              <a:ext cx="229789" cy="483766"/>
            </a:xfrm>
            <a:custGeom>
              <a:rect b="b" l="l" r="r" t="t"/>
              <a:pathLst>
                <a:path extrusionOk="0" h="240" w="114">
                  <a:moveTo>
                    <a:pt x="90" y="185"/>
                  </a:moveTo>
                  <a:lnTo>
                    <a:pt x="90" y="211"/>
                  </a:lnTo>
                  <a:lnTo>
                    <a:pt x="107" y="240"/>
                  </a:lnTo>
                  <a:lnTo>
                    <a:pt x="107" y="197"/>
                  </a:lnTo>
                  <a:lnTo>
                    <a:pt x="97" y="179"/>
                  </a:lnTo>
                  <a:lnTo>
                    <a:pt x="82" y="170"/>
                  </a:lnTo>
                  <a:lnTo>
                    <a:pt x="82" y="134"/>
                  </a:lnTo>
                  <a:lnTo>
                    <a:pt x="114" y="114"/>
                  </a:lnTo>
                  <a:lnTo>
                    <a:pt x="89" y="70"/>
                  </a:lnTo>
                  <a:lnTo>
                    <a:pt x="66" y="70"/>
                  </a:lnTo>
                  <a:lnTo>
                    <a:pt x="66" y="52"/>
                  </a:lnTo>
                  <a:lnTo>
                    <a:pt x="80" y="44"/>
                  </a:lnTo>
                  <a:lnTo>
                    <a:pt x="81" y="13"/>
                  </a:lnTo>
                  <a:lnTo>
                    <a:pt x="57" y="0"/>
                  </a:lnTo>
                  <a:lnTo>
                    <a:pt x="44" y="21"/>
                  </a:lnTo>
                  <a:lnTo>
                    <a:pt x="32" y="21"/>
                  </a:lnTo>
                  <a:lnTo>
                    <a:pt x="25" y="31"/>
                  </a:lnTo>
                  <a:lnTo>
                    <a:pt x="25" y="66"/>
                  </a:lnTo>
                  <a:lnTo>
                    <a:pt x="7" y="99"/>
                  </a:lnTo>
                  <a:lnTo>
                    <a:pt x="0" y="110"/>
                  </a:lnTo>
                  <a:lnTo>
                    <a:pt x="18" y="141"/>
                  </a:lnTo>
                  <a:lnTo>
                    <a:pt x="18" y="141"/>
                  </a:lnTo>
                  <a:lnTo>
                    <a:pt x="31" y="141"/>
                  </a:lnTo>
                  <a:lnTo>
                    <a:pt x="44" y="163"/>
                  </a:lnTo>
                  <a:lnTo>
                    <a:pt x="44" y="198"/>
                  </a:lnTo>
                  <a:lnTo>
                    <a:pt x="44" y="198"/>
                  </a:lnTo>
                  <a:lnTo>
                    <a:pt x="61" y="198"/>
                  </a:lnTo>
                  <a:lnTo>
                    <a:pt x="73" y="176"/>
                  </a:lnTo>
                  <a:lnTo>
                    <a:pt x="90" y="185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91"/>
            <p:cNvSpPr/>
            <p:nvPr/>
          </p:nvSpPr>
          <p:spPr>
            <a:xfrm>
              <a:off x="5029561" y="2932030"/>
              <a:ext cx="197538" cy="290259"/>
            </a:xfrm>
            <a:custGeom>
              <a:rect b="b" l="l" r="r" t="t"/>
              <a:pathLst>
                <a:path extrusionOk="0" h="144" w="98">
                  <a:moveTo>
                    <a:pt x="91" y="27"/>
                  </a:moveTo>
                  <a:lnTo>
                    <a:pt x="98" y="16"/>
                  </a:lnTo>
                  <a:lnTo>
                    <a:pt x="51" y="16"/>
                  </a:lnTo>
                  <a:lnTo>
                    <a:pt x="25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14" y="37"/>
                  </a:lnTo>
                  <a:lnTo>
                    <a:pt x="0" y="61"/>
                  </a:lnTo>
                  <a:lnTo>
                    <a:pt x="0" y="68"/>
                  </a:lnTo>
                  <a:lnTo>
                    <a:pt x="1" y="68"/>
                  </a:lnTo>
                  <a:lnTo>
                    <a:pt x="1" y="91"/>
                  </a:lnTo>
                  <a:lnTo>
                    <a:pt x="53" y="122"/>
                  </a:lnTo>
                  <a:lnTo>
                    <a:pt x="53" y="133"/>
                  </a:lnTo>
                  <a:lnTo>
                    <a:pt x="70" y="144"/>
                  </a:lnTo>
                  <a:lnTo>
                    <a:pt x="98" y="95"/>
                  </a:lnTo>
                  <a:lnTo>
                    <a:pt x="91" y="83"/>
                  </a:lnTo>
                  <a:lnTo>
                    <a:pt x="91" y="27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91"/>
            <p:cNvSpPr/>
            <p:nvPr/>
          </p:nvSpPr>
          <p:spPr>
            <a:xfrm>
              <a:off x="4622392" y="3639538"/>
              <a:ext cx="241883" cy="282197"/>
            </a:xfrm>
            <a:custGeom>
              <a:rect b="b" l="l" r="r" t="t"/>
              <a:pathLst>
                <a:path extrusionOk="0" h="140" w="120">
                  <a:moveTo>
                    <a:pt x="30" y="140"/>
                  </a:moveTo>
                  <a:lnTo>
                    <a:pt x="41" y="120"/>
                  </a:lnTo>
                  <a:lnTo>
                    <a:pt x="76" y="120"/>
                  </a:lnTo>
                  <a:lnTo>
                    <a:pt x="101" y="77"/>
                  </a:lnTo>
                  <a:lnTo>
                    <a:pt x="120" y="66"/>
                  </a:lnTo>
                  <a:lnTo>
                    <a:pt x="81" y="0"/>
                  </a:lnTo>
                  <a:lnTo>
                    <a:pt x="63" y="0"/>
                  </a:lnTo>
                  <a:lnTo>
                    <a:pt x="56" y="12"/>
                  </a:lnTo>
                  <a:lnTo>
                    <a:pt x="15" y="12"/>
                  </a:lnTo>
                  <a:lnTo>
                    <a:pt x="15" y="64"/>
                  </a:lnTo>
                  <a:lnTo>
                    <a:pt x="0" y="64"/>
                  </a:lnTo>
                  <a:lnTo>
                    <a:pt x="0" y="109"/>
                  </a:lnTo>
                  <a:lnTo>
                    <a:pt x="17" y="140"/>
                  </a:lnTo>
                  <a:lnTo>
                    <a:pt x="30" y="14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91"/>
            <p:cNvSpPr/>
            <p:nvPr/>
          </p:nvSpPr>
          <p:spPr>
            <a:xfrm>
              <a:off x="4529671" y="3772573"/>
              <a:ext cx="433373" cy="393060"/>
            </a:xfrm>
            <a:custGeom>
              <a:rect b="b" l="l" r="r" t="t"/>
              <a:pathLst>
                <a:path extrusionOk="0" h="195" w="215">
                  <a:moveTo>
                    <a:pt x="201" y="69"/>
                  </a:moveTo>
                  <a:lnTo>
                    <a:pt x="201" y="79"/>
                  </a:lnTo>
                  <a:lnTo>
                    <a:pt x="188" y="79"/>
                  </a:lnTo>
                  <a:lnTo>
                    <a:pt x="188" y="58"/>
                  </a:lnTo>
                  <a:lnTo>
                    <a:pt x="201" y="58"/>
                  </a:lnTo>
                  <a:lnTo>
                    <a:pt x="201" y="0"/>
                  </a:lnTo>
                  <a:lnTo>
                    <a:pt x="166" y="0"/>
                  </a:lnTo>
                  <a:lnTo>
                    <a:pt x="147" y="11"/>
                  </a:lnTo>
                  <a:lnTo>
                    <a:pt x="122" y="54"/>
                  </a:lnTo>
                  <a:lnTo>
                    <a:pt x="87" y="54"/>
                  </a:lnTo>
                  <a:lnTo>
                    <a:pt x="76" y="74"/>
                  </a:lnTo>
                  <a:lnTo>
                    <a:pt x="63" y="74"/>
                  </a:lnTo>
                  <a:lnTo>
                    <a:pt x="46" y="43"/>
                  </a:lnTo>
                  <a:lnTo>
                    <a:pt x="46" y="97"/>
                  </a:lnTo>
                  <a:lnTo>
                    <a:pt x="11" y="97"/>
                  </a:lnTo>
                  <a:lnTo>
                    <a:pt x="0" y="104"/>
                  </a:lnTo>
                  <a:lnTo>
                    <a:pt x="25" y="148"/>
                  </a:lnTo>
                  <a:lnTo>
                    <a:pt x="25" y="173"/>
                  </a:lnTo>
                  <a:lnTo>
                    <a:pt x="37" y="195"/>
                  </a:lnTo>
                  <a:lnTo>
                    <a:pt x="59" y="183"/>
                  </a:lnTo>
                  <a:lnTo>
                    <a:pt x="125" y="183"/>
                  </a:lnTo>
                  <a:lnTo>
                    <a:pt x="174" y="154"/>
                  </a:lnTo>
                  <a:lnTo>
                    <a:pt x="215" y="84"/>
                  </a:lnTo>
                  <a:lnTo>
                    <a:pt x="215" y="69"/>
                  </a:lnTo>
                  <a:lnTo>
                    <a:pt x="201" y="69"/>
                  </a:lnTo>
                  <a:close/>
                  <a:moveTo>
                    <a:pt x="159" y="134"/>
                  </a:moveTo>
                  <a:lnTo>
                    <a:pt x="138" y="121"/>
                  </a:lnTo>
                  <a:lnTo>
                    <a:pt x="150" y="98"/>
                  </a:lnTo>
                  <a:lnTo>
                    <a:pt x="163" y="98"/>
                  </a:lnTo>
                  <a:lnTo>
                    <a:pt x="172" y="113"/>
                  </a:lnTo>
                  <a:lnTo>
                    <a:pt x="159" y="134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91"/>
            <p:cNvSpPr/>
            <p:nvPr/>
          </p:nvSpPr>
          <p:spPr>
            <a:xfrm>
              <a:off x="4404698" y="3216243"/>
              <a:ext cx="48377" cy="40314"/>
            </a:xfrm>
            <a:custGeom>
              <a:rect b="b" l="l" r="r" t="t"/>
              <a:pathLst>
                <a:path extrusionOk="0" h="20" w="24">
                  <a:moveTo>
                    <a:pt x="0" y="11"/>
                  </a:moveTo>
                  <a:lnTo>
                    <a:pt x="5" y="20"/>
                  </a:lnTo>
                  <a:lnTo>
                    <a:pt x="13" y="20"/>
                  </a:lnTo>
                  <a:lnTo>
                    <a:pt x="13" y="11"/>
                  </a:lnTo>
                  <a:lnTo>
                    <a:pt x="24" y="5"/>
                  </a:lnTo>
                  <a:lnTo>
                    <a:pt x="17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91"/>
            <p:cNvSpPr/>
            <p:nvPr/>
          </p:nvSpPr>
          <p:spPr>
            <a:xfrm>
              <a:off x="3983418" y="2726430"/>
              <a:ext cx="106831" cy="177381"/>
            </a:xfrm>
            <a:custGeom>
              <a:rect b="b" l="l" r="r" t="t"/>
              <a:pathLst>
                <a:path extrusionOk="0" h="84" w="51">
                  <a:moveTo>
                    <a:pt x="45" y="37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31" y="0"/>
                    <a:pt x="6" y="0"/>
                    <a:pt x="6" y="0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37" y="84"/>
                    <a:pt x="37" y="84"/>
                    <a:pt x="37" y="84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1" y="47"/>
                    <a:pt x="51" y="47"/>
                    <a:pt x="51" y="47"/>
                  </a:cubicBezTo>
                  <a:lnTo>
                    <a:pt x="45" y="37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91"/>
            <p:cNvSpPr/>
            <p:nvPr/>
          </p:nvSpPr>
          <p:spPr>
            <a:xfrm>
              <a:off x="4078156" y="2726430"/>
              <a:ext cx="40314" cy="159240"/>
            </a:xfrm>
            <a:custGeom>
              <a:rect b="b" l="l" r="r" t="t"/>
              <a:pathLst>
                <a:path extrusionOk="0" h="76" w="19">
                  <a:moveTo>
                    <a:pt x="19" y="26"/>
                  </a:moveTo>
                  <a:cubicBezTo>
                    <a:pt x="13" y="15"/>
                    <a:pt x="13" y="15"/>
                    <a:pt x="13" y="1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5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6" y="47"/>
                    <a:pt x="6" y="47"/>
                    <a:pt x="6" y="47"/>
                  </a:cubicBezTo>
                  <a:cubicBezTo>
                    <a:pt x="6" y="76"/>
                    <a:pt x="6" y="76"/>
                    <a:pt x="6" y="76"/>
                  </a:cubicBezTo>
                  <a:cubicBezTo>
                    <a:pt x="19" y="69"/>
                    <a:pt x="19" y="69"/>
                    <a:pt x="19" y="69"/>
                  </a:cubicBezTo>
                  <a:lnTo>
                    <a:pt x="19" y="26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91"/>
            <p:cNvSpPr/>
            <p:nvPr/>
          </p:nvSpPr>
          <p:spPr>
            <a:xfrm>
              <a:off x="3618579" y="2637739"/>
              <a:ext cx="74580" cy="16126"/>
            </a:xfrm>
            <a:custGeom>
              <a:rect b="b" l="l" r="r" t="t"/>
              <a:pathLst>
                <a:path extrusionOk="0" h="8" w="37">
                  <a:moveTo>
                    <a:pt x="4" y="8"/>
                  </a:moveTo>
                  <a:lnTo>
                    <a:pt x="37" y="8"/>
                  </a:lnTo>
                  <a:lnTo>
                    <a:pt x="37" y="0"/>
                  </a:lnTo>
                  <a:lnTo>
                    <a:pt x="0" y="0"/>
                  </a:lnTo>
                  <a:lnTo>
                    <a:pt x="4" y="8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91"/>
            <p:cNvSpPr/>
            <p:nvPr/>
          </p:nvSpPr>
          <p:spPr>
            <a:xfrm>
              <a:off x="3749598" y="2815120"/>
              <a:ext cx="116910" cy="112879"/>
            </a:xfrm>
            <a:custGeom>
              <a:rect b="b" l="l" r="r" t="t"/>
              <a:pathLst>
                <a:path extrusionOk="0" h="56" w="58">
                  <a:moveTo>
                    <a:pt x="40" y="27"/>
                  </a:moveTo>
                  <a:lnTo>
                    <a:pt x="40" y="15"/>
                  </a:lnTo>
                  <a:lnTo>
                    <a:pt x="12" y="0"/>
                  </a:lnTo>
                  <a:lnTo>
                    <a:pt x="0" y="23"/>
                  </a:lnTo>
                  <a:lnTo>
                    <a:pt x="58" y="56"/>
                  </a:lnTo>
                  <a:lnTo>
                    <a:pt x="58" y="38"/>
                  </a:lnTo>
                  <a:lnTo>
                    <a:pt x="40" y="27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91"/>
            <p:cNvSpPr/>
            <p:nvPr/>
          </p:nvSpPr>
          <p:spPr>
            <a:xfrm>
              <a:off x="3642767" y="2680069"/>
              <a:ext cx="58454" cy="40314"/>
            </a:xfrm>
            <a:custGeom>
              <a:rect b="b" l="l" r="r" t="t"/>
              <a:pathLst>
                <a:path extrusionOk="0" h="20" w="29">
                  <a:moveTo>
                    <a:pt x="29" y="0"/>
                  </a:moveTo>
                  <a:lnTo>
                    <a:pt x="0" y="0"/>
                  </a:lnTo>
                  <a:lnTo>
                    <a:pt x="11" y="20"/>
                  </a:lnTo>
                  <a:lnTo>
                    <a:pt x="29" y="9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91"/>
            <p:cNvSpPr/>
            <p:nvPr/>
          </p:nvSpPr>
          <p:spPr>
            <a:xfrm>
              <a:off x="3699207" y="2764728"/>
              <a:ext cx="74580" cy="96753"/>
            </a:xfrm>
            <a:custGeom>
              <a:rect b="b" l="l" r="r" t="t"/>
              <a:pathLst>
                <a:path extrusionOk="0" h="48" w="37">
                  <a:moveTo>
                    <a:pt x="29" y="0"/>
                  </a:moveTo>
                  <a:lnTo>
                    <a:pt x="11" y="0"/>
                  </a:lnTo>
                  <a:lnTo>
                    <a:pt x="0" y="6"/>
                  </a:lnTo>
                  <a:lnTo>
                    <a:pt x="6" y="17"/>
                  </a:lnTo>
                  <a:lnTo>
                    <a:pt x="6" y="36"/>
                  </a:lnTo>
                  <a:lnTo>
                    <a:pt x="25" y="48"/>
                  </a:lnTo>
                  <a:lnTo>
                    <a:pt x="37" y="25"/>
                  </a:lnTo>
                  <a:lnTo>
                    <a:pt x="37" y="14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91"/>
            <p:cNvSpPr/>
            <p:nvPr/>
          </p:nvSpPr>
          <p:spPr>
            <a:xfrm>
              <a:off x="4249489" y="1593612"/>
              <a:ext cx="98768" cy="56439"/>
            </a:xfrm>
            <a:custGeom>
              <a:rect b="b" l="l" r="r" t="t"/>
              <a:pathLst>
                <a:path extrusionOk="0" h="28" w="49">
                  <a:moveTo>
                    <a:pt x="49" y="18"/>
                  </a:moveTo>
                  <a:lnTo>
                    <a:pt x="49" y="9"/>
                  </a:lnTo>
                  <a:lnTo>
                    <a:pt x="49" y="0"/>
                  </a:lnTo>
                  <a:lnTo>
                    <a:pt x="10" y="0"/>
                  </a:lnTo>
                  <a:lnTo>
                    <a:pt x="0" y="18"/>
                  </a:lnTo>
                  <a:lnTo>
                    <a:pt x="11" y="24"/>
                  </a:lnTo>
                  <a:lnTo>
                    <a:pt x="13" y="28"/>
                  </a:lnTo>
                  <a:lnTo>
                    <a:pt x="32" y="18"/>
                  </a:lnTo>
                  <a:lnTo>
                    <a:pt x="49" y="18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91"/>
            <p:cNvSpPr/>
            <p:nvPr/>
          </p:nvSpPr>
          <p:spPr>
            <a:xfrm>
              <a:off x="4275694" y="1611754"/>
              <a:ext cx="280180" cy="310416"/>
            </a:xfrm>
            <a:custGeom>
              <a:rect b="b" l="l" r="r" t="t"/>
              <a:pathLst>
                <a:path extrusionOk="0" h="154" w="139">
                  <a:moveTo>
                    <a:pt x="20" y="93"/>
                  </a:moveTo>
                  <a:lnTo>
                    <a:pt x="31" y="87"/>
                  </a:lnTo>
                  <a:lnTo>
                    <a:pt x="31" y="113"/>
                  </a:lnTo>
                  <a:lnTo>
                    <a:pt x="20" y="121"/>
                  </a:lnTo>
                  <a:lnTo>
                    <a:pt x="20" y="93"/>
                  </a:lnTo>
                  <a:close/>
                  <a:moveTo>
                    <a:pt x="66" y="136"/>
                  </a:moveTo>
                  <a:lnTo>
                    <a:pt x="97" y="154"/>
                  </a:lnTo>
                  <a:lnTo>
                    <a:pt x="97" y="136"/>
                  </a:lnTo>
                  <a:lnTo>
                    <a:pt x="66" y="136"/>
                  </a:lnTo>
                  <a:close/>
                  <a:moveTo>
                    <a:pt x="139" y="99"/>
                  </a:moveTo>
                  <a:lnTo>
                    <a:pt x="85" y="67"/>
                  </a:lnTo>
                  <a:lnTo>
                    <a:pt x="62" y="25"/>
                  </a:lnTo>
                  <a:lnTo>
                    <a:pt x="77" y="16"/>
                  </a:lnTo>
                  <a:lnTo>
                    <a:pt x="77" y="0"/>
                  </a:lnTo>
                  <a:lnTo>
                    <a:pt x="36" y="0"/>
                  </a:lnTo>
                  <a:lnTo>
                    <a:pt x="36" y="9"/>
                  </a:lnTo>
                  <a:lnTo>
                    <a:pt x="19" y="9"/>
                  </a:lnTo>
                  <a:lnTo>
                    <a:pt x="0" y="19"/>
                  </a:lnTo>
                  <a:lnTo>
                    <a:pt x="13" y="41"/>
                  </a:lnTo>
                  <a:lnTo>
                    <a:pt x="43" y="41"/>
                  </a:lnTo>
                  <a:lnTo>
                    <a:pt x="62" y="76"/>
                  </a:lnTo>
                  <a:lnTo>
                    <a:pt x="110" y="103"/>
                  </a:lnTo>
                  <a:lnTo>
                    <a:pt x="110" y="134"/>
                  </a:lnTo>
                  <a:lnTo>
                    <a:pt x="120" y="128"/>
                  </a:lnTo>
                  <a:lnTo>
                    <a:pt x="120" y="99"/>
                  </a:lnTo>
                  <a:lnTo>
                    <a:pt x="139" y="99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91"/>
            <p:cNvSpPr/>
            <p:nvPr/>
          </p:nvSpPr>
          <p:spPr>
            <a:xfrm>
              <a:off x="4680847" y="1706491"/>
              <a:ext cx="137067" cy="64502"/>
            </a:xfrm>
            <a:custGeom>
              <a:rect b="b" l="l" r="r" t="t"/>
              <a:pathLst>
                <a:path extrusionOk="0" h="32" w="68">
                  <a:moveTo>
                    <a:pt x="0" y="0"/>
                  </a:moveTo>
                  <a:lnTo>
                    <a:pt x="0" y="22"/>
                  </a:lnTo>
                  <a:lnTo>
                    <a:pt x="0" y="32"/>
                  </a:lnTo>
                  <a:lnTo>
                    <a:pt x="50" y="32"/>
                  </a:lnTo>
                  <a:lnTo>
                    <a:pt x="50" y="22"/>
                  </a:lnTo>
                  <a:lnTo>
                    <a:pt x="68" y="22"/>
                  </a:lnTo>
                  <a:lnTo>
                    <a:pt x="68" y="9"/>
                  </a:lnTo>
                  <a:lnTo>
                    <a:pt x="68" y="8"/>
                  </a:lnTo>
                  <a:lnTo>
                    <a:pt x="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91"/>
            <p:cNvSpPr/>
            <p:nvPr/>
          </p:nvSpPr>
          <p:spPr>
            <a:xfrm>
              <a:off x="4251506" y="940528"/>
              <a:ext cx="530126" cy="318479"/>
            </a:xfrm>
            <a:custGeom>
              <a:rect b="b" l="l" r="r" t="t"/>
              <a:pathLst>
                <a:path extrusionOk="0" h="151" w="252">
                  <a:moveTo>
                    <a:pt x="75" y="83"/>
                  </a:moveTo>
                  <a:cubicBezTo>
                    <a:pt x="89" y="75"/>
                    <a:pt x="89" y="75"/>
                    <a:pt x="89" y="75"/>
                  </a:cubicBezTo>
                  <a:cubicBezTo>
                    <a:pt x="106" y="46"/>
                    <a:pt x="106" y="46"/>
                    <a:pt x="106" y="46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60" y="13"/>
                    <a:pt x="171" y="13"/>
                    <a:pt x="177" y="13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97" y="13"/>
                    <a:pt x="229" y="13"/>
                    <a:pt x="229" y="13"/>
                  </a:cubicBezTo>
                  <a:cubicBezTo>
                    <a:pt x="252" y="0"/>
                    <a:pt x="252" y="0"/>
                    <a:pt x="252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75" y="62"/>
                    <a:pt x="75" y="62"/>
                    <a:pt x="75" y="62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12" y="151"/>
                    <a:pt x="12" y="151"/>
                    <a:pt x="12" y="151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65" y="128"/>
                    <a:pt x="65" y="128"/>
                    <a:pt x="65" y="128"/>
                  </a:cubicBezTo>
                  <a:cubicBezTo>
                    <a:pt x="75" y="112"/>
                    <a:pt x="75" y="112"/>
                    <a:pt x="75" y="112"/>
                  </a:cubicBezTo>
                  <a:lnTo>
                    <a:pt x="75" y="8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91"/>
            <p:cNvSpPr/>
            <p:nvPr/>
          </p:nvSpPr>
          <p:spPr>
            <a:xfrm>
              <a:off x="4781632" y="1750836"/>
              <a:ext cx="465624" cy="185443"/>
            </a:xfrm>
            <a:custGeom>
              <a:rect b="b" l="l" r="r" t="t"/>
              <a:pathLst>
                <a:path extrusionOk="0" h="92" w="231">
                  <a:moveTo>
                    <a:pt x="142" y="81"/>
                  </a:moveTo>
                  <a:lnTo>
                    <a:pt x="126" y="89"/>
                  </a:lnTo>
                  <a:lnTo>
                    <a:pt x="121" y="80"/>
                  </a:lnTo>
                  <a:lnTo>
                    <a:pt x="99" y="92"/>
                  </a:lnTo>
                  <a:lnTo>
                    <a:pt x="20" y="92"/>
                  </a:lnTo>
                  <a:lnTo>
                    <a:pt x="0" y="58"/>
                  </a:lnTo>
                  <a:lnTo>
                    <a:pt x="0" y="29"/>
                  </a:lnTo>
                  <a:lnTo>
                    <a:pt x="21" y="29"/>
                  </a:lnTo>
                  <a:lnTo>
                    <a:pt x="21" y="17"/>
                  </a:lnTo>
                  <a:lnTo>
                    <a:pt x="61" y="17"/>
                  </a:lnTo>
                  <a:lnTo>
                    <a:pt x="80" y="7"/>
                  </a:lnTo>
                  <a:lnTo>
                    <a:pt x="106" y="7"/>
                  </a:lnTo>
                  <a:lnTo>
                    <a:pt x="128" y="19"/>
                  </a:lnTo>
                  <a:lnTo>
                    <a:pt x="188" y="19"/>
                  </a:lnTo>
                  <a:lnTo>
                    <a:pt x="188" y="19"/>
                  </a:lnTo>
                  <a:lnTo>
                    <a:pt x="216" y="19"/>
                  </a:lnTo>
                  <a:lnTo>
                    <a:pt x="216" y="32"/>
                  </a:lnTo>
                  <a:lnTo>
                    <a:pt x="223" y="42"/>
                  </a:lnTo>
                  <a:lnTo>
                    <a:pt x="231" y="57"/>
                  </a:lnTo>
                  <a:lnTo>
                    <a:pt x="231" y="81"/>
                  </a:lnTo>
                  <a:lnTo>
                    <a:pt x="200" y="81"/>
                  </a:lnTo>
                  <a:lnTo>
                    <a:pt x="142" y="81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0" y="21"/>
                  </a:lnTo>
                  <a:lnTo>
                    <a:pt x="1" y="21"/>
                  </a:lnTo>
                  <a:lnTo>
                    <a:pt x="18" y="12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391"/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91"/>
            <p:cNvSpPr/>
            <p:nvPr/>
          </p:nvSpPr>
          <p:spPr>
            <a:xfrm>
              <a:off x="3624625" y="2236618"/>
              <a:ext cx="324526" cy="391044"/>
            </a:xfrm>
            <a:custGeom>
              <a:rect b="b" l="l" r="r" t="t"/>
              <a:pathLst>
                <a:path extrusionOk="0" h="185" w="154">
                  <a:moveTo>
                    <a:pt x="48" y="185"/>
                  </a:moveTo>
                  <a:cubicBezTo>
                    <a:pt x="58" y="170"/>
                    <a:pt x="58" y="170"/>
                    <a:pt x="58" y="170"/>
                  </a:cubicBezTo>
                  <a:cubicBezTo>
                    <a:pt x="144" y="170"/>
                    <a:pt x="144" y="170"/>
                    <a:pt x="144" y="170"/>
                  </a:cubicBezTo>
                  <a:cubicBezTo>
                    <a:pt x="144" y="158"/>
                    <a:pt x="144" y="158"/>
                    <a:pt x="144" y="158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4" y="28"/>
                    <a:pt x="134" y="28"/>
                    <a:pt x="134" y="28"/>
                  </a:cubicBezTo>
                  <a:cubicBezTo>
                    <a:pt x="134" y="28"/>
                    <a:pt x="153" y="28"/>
                    <a:pt x="154" y="28"/>
                  </a:cubicBezTo>
                  <a:cubicBezTo>
                    <a:pt x="130" y="15"/>
                    <a:pt x="104" y="0"/>
                    <a:pt x="104" y="0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9" y="49"/>
                    <a:pt x="59" y="49"/>
                    <a:pt x="59" y="49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30" y="153"/>
                    <a:pt x="30" y="153"/>
                    <a:pt x="30" y="153"/>
                  </a:cubicBezTo>
                  <a:lnTo>
                    <a:pt x="48" y="185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91"/>
            <p:cNvSpPr/>
            <p:nvPr/>
          </p:nvSpPr>
          <p:spPr>
            <a:xfrm>
              <a:off x="4076140" y="2351511"/>
              <a:ext cx="435389" cy="374918"/>
            </a:xfrm>
            <a:custGeom>
              <a:rect b="b" l="l" r="r" t="t"/>
              <a:pathLst>
                <a:path extrusionOk="0" h="178" w="207">
                  <a:moveTo>
                    <a:pt x="156" y="0"/>
                  </a:moveTo>
                  <a:cubicBezTo>
                    <a:pt x="156" y="0"/>
                    <a:pt x="156" y="0"/>
                    <a:pt x="156" y="0"/>
                  </a:cubicBezTo>
                  <a:cubicBezTo>
                    <a:pt x="56" y="58"/>
                    <a:pt x="56" y="58"/>
                    <a:pt x="56" y="58"/>
                  </a:cubicBezTo>
                  <a:cubicBezTo>
                    <a:pt x="56" y="122"/>
                    <a:pt x="56" y="122"/>
                    <a:pt x="56" y="122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30" y="153"/>
                    <a:pt x="30" y="153"/>
                    <a:pt x="30" y="153"/>
                  </a:cubicBezTo>
                  <a:cubicBezTo>
                    <a:pt x="30" y="168"/>
                    <a:pt x="30" y="168"/>
                    <a:pt x="30" y="168"/>
                  </a:cubicBezTo>
                  <a:cubicBezTo>
                    <a:pt x="46" y="178"/>
                    <a:pt x="46" y="178"/>
                    <a:pt x="46" y="178"/>
                  </a:cubicBezTo>
                  <a:cubicBezTo>
                    <a:pt x="57" y="160"/>
                    <a:pt x="57" y="160"/>
                    <a:pt x="57" y="160"/>
                  </a:cubicBezTo>
                  <a:cubicBezTo>
                    <a:pt x="57" y="138"/>
                    <a:pt x="57" y="138"/>
                    <a:pt x="57" y="138"/>
                  </a:cubicBezTo>
                  <a:cubicBezTo>
                    <a:pt x="75" y="138"/>
                    <a:pt x="75" y="138"/>
                    <a:pt x="75" y="138"/>
                  </a:cubicBezTo>
                  <a:cubicBezTo>
                    <a:pt x="95" y="150"/>
                    <a:pt x="95" y="150"/>
                    <a:pt x="95" y="150"/>
                  </a:cubicBezTo>
                  <a:cubicBezTo>
                    <a:pt x="128" y="150"/>
                    <a:pt x="128" y="150"/>
                    <a:pt x="128" y="150"/>
                  </a:cubicBezTo>
                  <a:cubicBezTo>
                    <a:pt x="138" y="144"/>
                    <a:pt x="138" y="144"/>
                    <a:pt x="138" y="144"/>
                  </a:cubicBezTo>
                  <a:cubicBezTo>
                    <a:pt x="138" y="144"/>
                    <a:pt x="178" y="144"/>
                    <a:pt x="180" y="144"/>
                  </a:cubicBezTo>
                  <a:cubicBezTo>
                    <a:pt x="180" y="127"/>
                    <a:pt x="180" y="127"/>
                    <a:pt x="180" y="127"/>
                  </a:cubicBezTo>
                  <a:cubicBezTo>
                    <a:pt x="207" y="81"/>
                    <a:pt x="207" y="81"/>
                    <a:pt x="207" y="81"/>
                  </a:cubicBezTo>
                  <a:cubicBezTo>
                    <a:pt x="207" y="35"/>
                    <a:pt x="207" y="35"/>
                    <a:pt x="207" y="35"/>
                  </a:cubicBezTo>
                  <a:cubicBezTo>
                    <a:pt x="198" y="20"/>
                    <a:pt x="198" y="20"/>
                    <a:pt x="198" y="20"/>
                  </a:cubicBezTo>
                  <a:cubicBezTo>
                    <a:pt x="198" y="8"/>
                    <a:pt x="198" y="8"/>
                    <a:pt x="198" y="8"/>
                  </a:cubicBezTo>
                  <a:cubicBezTo>
                    <a:pt x="171" y="8"/>
                    <a:pt x="171" y="8"/>
                    <a:pt x="171" y="8"/>
                  </a:cubicBezTo>
                  <a:lnTo>
                    <a:pt x="156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91"/>
            <p:cNvSpPr/>
            <p:nvPr/>
          </p:nvSpPr>
          <p:spPr>
            <a:xfrm>
              <a:off x="4324071" y="2049158"/>
              <a:ext cx="461593" cy="419263"/>
            </a:xfrm>
            <a:custGeom>
              <a:rect b="b" l="l" r="r" t="t"/>
              <a:pathLst>
                <a:path extrusionOk="0" h="208" w="229">
                  <a:moveTo>
                    <a:pt x="210" y="20"/>
                  </a:moveTo>
                  <a:lnTo>
                    <a:pt x="177" y="0"/>
                  </a:lnTo>
                  <a:lnTo>
                    <a:pt x="150" y="0"/>
                  </a:lnTo>
                  <a:lnTo>
                    <a:pt x="150" y="32"/>
                  </a:lnTo>
                  <a:lnTo>
                    <a:pt x="137" y="40"/>
                  </a:lnTo>
                  <a:lnTo>
                    <a:pt x="115" y="27"/>
                  </a:lnTo>
                  <a:lnTo>
                    <a:pt x="90" y="27"/>
                  </a:lnTo>
                  <a:lnTo>
                    <a:pt x="75" y="1"/>
                  </a:lnTo>
                  <a:lnTo>
                    <a:pt x="24" y="1"/>
                  </a:lnTo>
                  <a:lnTo>
                    <a:pt x="24" y="14"/>
                  </a:lnTo>
                  <a:lnTo>
                    <a:pt x="12" y="37"/>
                  </a:lnTo>
                  <a:lnTo>
                    <a:pt x="12" y="93"/>
                  </a:lnTo>
                  <a:lnTo>
                    <a:pt x="0" y="114"/>
                  </a:lnTo>
                  <a:lnTo>
                    <a:pt x="40" y="138"/>
                  </a:lnTo>
                  <a:lnTo>
                    <a:pt x="40" y="150"/>
                  </a:lnTo>
                  <a:lnTo>
                    <a:pt x="56" y="158"/>
                  </a:lnTo>
                  <a:lnTo>
                    <a:pt x="84" y="158"/>
                  </a:lnTo>
                  <a:lnTo>
                    <a:pt x="101" y="148"/>
                  </a:lnTo>
                  <a:lnTo>
                    <a:pt x="205" y="208"/>
                  </a:lnTo>
                  <a:lnTo>
                    <a:pt x="205" y="187"/>
                  </a:lnTo>
                  <a:lnTo>
                    <a:pt x="220" y="187"/>
                  </a:lnTo>
                  <a:lnTo>
                    <a:pt x="220" y="168"/>
                  </a:lnTo>
                  <a:lnTo>
                    <a:pt x="220" y="37"/>
                  </a:lnTo>
                  <a:lnTo>
                    <a:pt x="229" y="20"/>
                  </a:lnTo>
                  <a:lnTo>
                    <a:pt x="210" y="2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91"/>
            <p:cNvSpPr/>
            <p:nvPr/>
          </p:nvSpPr>
          <p:spPr>
            <a:xfrm>
              <a:off x="4289803" y="1918139"/>
              <a:ext cx="82643" cy="205600"/>
            </a:xfrm>
            <a:custGeom>
              <a:rect b="b" l="l" r="r" t="t"/>
              <a:pathLst>
                <a:path extrusionOk="0" h="102" w="41">
                  <a:moveTo>
                    <a:pt x="0" y="51"/>
                  </a:moveTo>
                  <a:lnTo>
                    <a:pt x="29" y="102"/>
                  </a:lnTo>
                  <a:lnTo>
                    <a:pt x="41" y="79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29" y="44"/>
                  </a:lnTo>
                  <a:lnTo>
                    <a:pt x="41" y="22"/>
                  </a:lnTo>
                  <a:lnTo>
                    <a:pt x="29" y="0"/>
                  </a:lnTo>
                  <a:lnTo>
                    <a:pt x="9" y="0"/>
                  </a:lnTo>
                  <a:lnTo>
                    <a:pt x="9" y="37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91"/>
            <p:cNvSpPr/>
            <p:nvPr/>
          </p:nvSpPr>
          <p:spPr>
            <a:xfrm>
              <a:off x="3725410" y="2295072"/>
              <a:ext cx="467640" cy="449499"/>
            </a:xfrm>
            <a:custGeom>
              <a:rect b="b" l="l" r="r" t="t"/>
              <a:pathLst>
                <a:path extrusionOk="0" h="213" w="222">
                  <a:moveTo>
                    <a:pt x="155" y="148"/>
                  </a:moveTo>
                  <a:cubicBezTo>
                    <a:pt x="166" y="148"/>
                    <a:pt x="166" y="148"/>
                    <a:pt x="166" y="148"/>
                  </a:cubicBezTo>
                  <a:cubicBezTo>
                    <a:pt x="222" y="148"/>
                    <a:pt x="222" y="148"/>
                    <a:pt x="222" y="148"/>
                  </a:cubicBezTo>
                  <a:cubicBezTo>
                    <a:pt x="222" y="84"/>
                    <a:pt x="222" y="84"/>
                    <a:pt x="222" y="84"/>
                  </a:cubicBezTo>
                  <a:cubicBezTo>
                    <a:pt x="190" y="65"/>
                    <a:pt x="190" y="65"/>
                    <a:pt x="190" y="6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49"/>
                    <a:pt x="145" y="23"/>
                    <a:pt x="106" y="0"/>
                  </a:cubicBezTo>
                  <a:cubicBezTo>
                    <a:pt x="105" y="0"/>
                    <a:pt x="86" y="0"/>
                    <a:pt x="86" y="0"/>
                  </a:cubicBezTo>
                  <a:cubicBezTo>
                    <a:pt x="86" y="113"/>
                    <a:pt x="86" y="113"/>
                    <a:pt x="86" y="113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96" y="142"/>
                    <a:pt x="96" y="142"/>
                    <a:pt x="96" y="142"/>
                  </a:cubicBezTo>
                  <a:cubicBezTo>
                    <a:pt x="10" y="142"/>
                    <a:pt x="10" y="142"/>
                    <a:pt x="10" y="142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8" y="170"/>
                    <a:pt x="8" y="170"/>
                    <a:pt x="8" y="170"/>
                  </a:cubicBezTo>
                  <a:cubicBezTo>
                    <a:pt x="8" y="182"/>
                    <a:pt x="8" y="182"/>
                    <a:pt x="8" y="182"/>
                  </a:cubicBezTo>
                  <a:cubicBezTo>
                    <a:pt x="18" y="188"/>
                    <a:pt x="18" y="188"/>
                    <a:pt x="18" y="188"/>
                  </a:cubicBezTo>
                  <a:cubicBezTo>
                    <a:pt x="45" y="188"/>
                    <a:pt x="45" y="188"/>
                    <a:pt x="45" y="188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92" y="213"/>
                    <a:pt x="92" y="213"/>
                    <a:pt x="92" y="213"/>
                  </a:cubicBezTo>
                  <a:cubicBezTo>
                    <a:pt x="92" y="184"/>
                    <a:pt x="92" y="184"/>
                    <a:pt x="92" y="184"/>
                  </a:cubicBezTo>
                  <a:lnTo>
                    <a:pt x="155" y="148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91"/>
            <p:cNvSpPr/>
            <p:nvPr/>
          </p:nvSpPr>
          <p:spPr>
            <a:xfrm>
              <a:off x="4894511" y="2932030"/>
              <a:ext cx="163270" cy="181412"/>
            </a:xfrm>
            <a:custGeom>
              <a:rect b="b" l="l" r="r" t="t"/>
              <a:pathLst>
                <a:path extrusionOk="0" h="90" w="81">
                  <a:moveTo>
                    <a:pt x="19" y="15"/>
                  </a:moveTo>
                  <a:lnTo>
                    <a:pt x="19" y="46"/>
                  </a:lnTo>
                  <a:lnTo>
                    <a:pt x="0" y="78"/>
                  </a:lnTo>
                  <a:lnTo>
                    <a:pt x="0" y="90"/>
                  </a:lnTo>
                  <a:lnTo>
                    <a:pt x="19" y="90"/>
                  </a:lnTo>
                  <a:lnTo>
                    <a:pt x="36" y="90"/>
                  </a:lnTo>
                  <a:lnTo>
                    <a:pt x="36" y="68"/>
                  </a:lnTo>
                  <a:lnTo>
                    <a:pt x="67" y="68"/>
                  </a:lnTo>
                  <a:lnTo>
                    <a:pt x="67" y="61"/>
                  </a:lnTo>
                  <a:lnTo>
                    <a:pt x="81" y="37"/>
                  </a:lnTo>
                  <a:lnTo>
                    <a:pt x="67" y="13"/>
                  </a:lnTo>
                  <a:lnTo>
                    <a:pt x="67" y="0"/>
                  </a:lnTo>
                  <a:lnTo>
                    <a:pt x="42" y="15"/>
                  </a:lnTo>
                  <a:lnTo>
                    <a:pt x="19" y="15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91"/>
            <p:cNvSpPr/>
            <p:nvPr/>
          </p:nvSpPr>
          <p:spPr>
            <a:xfrm>
              <a:off x="3624625" y="2204367"/>
              <a:ext cx="219710" cy="201569"/>
            </a:xfrm>
            <a:custGeom>
              <a:rect b="b" l="l" r="r" t="t"/>
              <a:pathLst>
                <a:path extrusionOk="0" h="100" w="109">
                  <a:moveTo>
                    <a:pt x="40" y="5"/>
                  </a:moveTo>
                  <a:lnTo>
                    <a:pt x="0" y="74"/>
                  </a:lnTo>
                  <a:lnTo>
                    <a:pt x="0" y="100"/>
                  </a:lnTo>
                  <a:lnTo>
                    <a:pt x="45" y="100"/>
                  </a:lnTo>
                  <a:lnTo>
                    <a:pt x="45" y="77"/>
                  </a:lnTo>
                  <a:lnTo>
                    <a:pt x="62" y="67"/>
                  </a:lnTo>
                  <a:lnTo>
                    <a:pt x="62" y="29"/>
                  </a:lnTo>
                  <a:lnTo>
                    <a:pt x="109" y="29"/>
                  </a:lnTo>
                  <a:lnTo>
                    <a:pt x="109" y="16"/>
                  </a:lnTo>
                  <a:lnTo>
                    <a:pt x="109" y="0"/>
                  </a:lnTo>
                  <a:lnTo>
                    <a:pt x="47" y="0"/>
                  </a:lnTo>
                  <a:lnTo>
                    <a:pt x="40" y="5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91"/>
            <p:cNvSpPr/>
            <p:nvPr/>
          </p:nvSpPr>
          <p:spPr>
            <a:xfrm>
              <a:off x="3866508" y="1764946"/>
              <a:ext cx="46360" cy="149161"/>
            </a:xfrm>
            <a:custGeom>
              <a:rect b="b" l="l" r="r" t="t"/>
              <a:pathLst>
                <a:path extrusionOk="0" h="74" w="23">
                  <a:moveTo>
                    <a:pt x="23" y="48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0" y="74"/>
                  </a:lnTo>
                  <a:lnTo>
                    <a:pt x="16" y="74"/>
                  </a:lnTo>
                  <a:lnTo>
                    <a:pt x="16" y="52"/>
                  </a:lnTo>
                  <a:lnTo>
                    <a:pt x="23" y="48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91"/>
            <p:cNvSpPr/>
            <p:nvPr/>
          </p:nvSpPr>
          <p:spPr>
            <a:xfrm>
              <a:off x="3636720" y="1720601"/>
              <a:ext cx="534157" cy="465625"/>
            </a:xfrm>
            <a:custGeom>
              <a:rect b="b" l="l" r="r" t="t"/>
              <a:pathLst>
                <a:path extrusionOk="0" h="231" w="265">
                  <a:moveTo>
                    <a:pt x="20" y="219"/>
                  </a:moveTo>
                  <a:lnTo>
                    <a:pt x="20" y="212"/>
                  </a:lnTo>
                  <a:lnTo>
                    <a:pt x="35" y="212"/>
                  </a:lnTo>
                  <a:lnTo>
                    <a:pt x="35" y="219"/>
                  </a:lnTo>
                  <a:lnTo>
                    <a:pt x="20" y="219"/>
                  </a:lnTo>
                  <a:close/>
                  <a:moveTo>
                    <a:pt x="0" y="231"/>
                  </a:moveTo>
                  <a:lnTo>
                    <a:pt x="15" y="231"/>
                  </a:lnTo>
                  <a:lnTo>
                    <a:pt x="15" y="225"/>
                  </a:lnTo>
                  <a:lnTo>
                    <a:pt x="0" y="225"/>
                  </a:lnTo>
                  <a:lnTo>
                    <a:pt x="0" y="231"/>
                  </a:lnTo>
                  <a:close/>
                  <a:moveTo>
                    <a:pt x="265" y="56"/>
                  </a:moveTo>
                  <a:lnTo>
                    <a:pt x="251" y="56"/>
                  </a:lnTo>
                  <a:lnTo>
                    <a:pt x="251" y="64"/>
                  </a:lnTo>
                  <a:lnTo>
                    <a:pt x="265" y="64"/>
                  </a:lnTo>
                  <a:lnTo>
                    <a:pt x="265" y="56"/>
                  </a:lnTo>
                  <a:close/>
                  <a:moveTo>
                    <a:pt x="214" y="6"/>
                  </a:moveTo>
                  <a:lnTo>
                    <a:pt x="203" y="0"/>
                  </a:lnTo>
                  <a:lnTo>
                    <a:pt x="114" y="0"/>
                  </a:lnTo>
                  <a:lnTo>
                    <a:pt x="114" y="22"/>
                  </a:lnTo>
                  <a:lnTo>
                    <a:pt x="137" y="22"/>
                  </a:lnTo>
                  <a:lnTo>
                    <a:pt x="137" y="70"/>
                  </a:lnTo>
                  <a:lnTo>
                    <a:pt x="130" y="74"/>
                  </a:lnTo>
                  <a:lnTo>
                    <a:pt x="130" y="96"/>
                  </a:lnTo>
                  <a:lnTo>
                    <a:pt x="147" y="105"/>
                  </a:lnTo>
                  <a:lnTo>
                    <a:pt x="169" y="93"/>
                  </a:lnTo>
                  <a:lnTo>
                    <a:pt x="203" y="93"/>
                  </a:lnTo>
                  <a:lnTo>
                    <a:pt x="239" y="31"/>
                  </a:lnTo>
                  <a:lnTo>
                    <a:pt x="261" y="18"/>
                  </a:lnTo>
                  <a:lnTo>
                    <a:pt x="240" y="6"/>
                  </a:lnTo>
                  <a:lnTo>
                    <a:pt x="214" y="6"/>
                  </a:lnTo>
                  <a:close/>
                </a:path>
              </a:pathLst>
            </a:custGeom>
            <a:solidFill>
              <a:srgbClr val="001391"/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91"/>
            <p:cNvSpPr/>
            <p:nvPr/>
          </p:nvSpPr>
          <p:spPr>
            <a:xfrm>
              <a:off x="4493389" y="1573455"/>
              <a:ext cx="153192" cy="62487"/>
            </a:xfrm>
            <a:custGeom>
              <a:rect b="b" l="l" r="r" t="t"/>
              <a:pathLst>
                <a:path extrusionOk="0" h="31" w="76">
                  <a:moveTo>
                    <a:pt x="0" y="19"/>
                  </a:moveTo>
                  <a:lnTo>
                    <a:pt x="20" y="31"/>
                  </a:lnTo>
                  <a:lnTo>
                    <a:pt x="57" y="31"/>
                  </a:lnTo>
                  <a:lnTo>
                    <a:pt x="76" y="0"/>
                  </a:lnTo>
                  <a:lnTo>
                    <a:pt x="12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91"/>
            <p:cNvSpPr/>
            <p:nvPr/>
          </p:nvSpPr>
          <p:spPr>
            <a:xfrm>
              <a:off x="4594172" y="966733"/>
              <a:ext cx="215678" cy="229789"/>
            </a:xfrm>
            <a:custGeom>
              <a:rect b="b" l="l" r="r" t="t"/>
              <a:pathLst>
                <a:path extrusionOk="0" h="109" w="102">
                  <a:moveTo>
                    <a:pt x="66" y="14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34" y="0"/>
                    <a:pt x="14" y="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15" y="109"/>
                    <a:pt x="15" y="109"/>
                    <a:pt x="15" y="109"/>
                  </a:cubicBezTo>
                  <a:cubicBezTo>
                    <a:pt x="83" y="109"/>
                    <a:pt x="83" y="109"/>
                    <a:pt x="83" y="109"/>
                  </a:cubicBezTo>
                  <a:cubicBezTo>
                    <a:pt x="102" y="76"/>
                    <a:pt x="102" y="76"/>
                    <a:pt x="102" y="76"/>
                  </a:cubicBezTo>
                  <a:lnTo>
                    <a:pt x="66" y="14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91"/>
            <p:cNvSpPr/>
            <p:nvPr/>
          </p:nvSpPr>
          <p:spPr>
            <a:xfrm>
              <a:off x="4636502" y="1750836"/>
              <a:ext cx="44345" cy="44345"/>
            </a:xfrm>
            <a:custGeom>
              <a:rect b="b" l="l" r="r" t="t"/>
              <a:pathLst>
                <a:path extrusionOk="0" h="22" w="22">
                  <a:moveTo>
                    <a:pt x="0" y="22"/>
                  </a:moveTo>
                  <a:lnTo>
                    <a:pt x="22" y="10"/>
                  </a:lnTo>
                  <a:lnTo>
                    <a:pt x="22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91"/>
            <p:cNvSpPr/>
            <p:nvPr/>
          </p:nvSpPr>
          <p:spPr>
            <a:xfrm>
              <a:off x="4195066" y="1450499"/>
              <a:ext cx="64502" cy="72565"/>
            </a:xfrm>
            <a:custGeom>
              <a:rect b="b" l="l" r="r" t="t"/>
              <a:pathLst>
                <a:path extrusionOk="0" h="36" w="32">
                  <a:moveTo>
                    <a:pt x="0" y="21"/>
                  </a:moveTo>
                  <a:lnTo>
                    <a:pt x="27" y="36"/>
                  </a:lnTo>
                  <a:lnTo>
                    <a:pt x="32" y="28"/>
                  </a:lnTo>
                  <a:lnTo>
                    <a:pt x="32" y="11"/>
                  </a:lnTo>
                  <a:lnTo>
                    <a:pt x="13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91"/>
            <p:cNvSpPr/>
            <p:nvPr/>
          </p:nvSpPr>
          <p:spPr>
            <a:xfrm>
              <a:off x="4459121" y="1379949"/>
              <a:ext cx="241883" cy="155209"/>
            </a:xfrm>
            <a:custGeom>
              <a:rect b="b" l="l" r="r" t="t"/>
              <a:pathLst>
                <a:path extrusionOk="0" h="77" w="120">
                  <a:moveTo>
                    <a:pt x="112" y="47"/>
                  </a:moveTo>
                  <a:lnTo>
                    <a:pt x="118" y="37"/>
                  </a:lnTo>
                  <a:lnTo>
                    <a:pt x="118" y="12"/>
                  </a:lnTo>
                  <a:lnTo>
                    <a:pt x="98" y="0"/>
                  </a:lnTo>
                  <a:lnTo>
                    <a:pt x="75" y="0"/>
                  </a:lnTo>
                  <a:lnTo>
                    <a:pt x="34" y="0"/>
                  </a:lnTo>
                  <a:lnTo>
                    <a:pt x="19" y="9"/>
                  </a:lnTo>
                  <a:lnTo>
                    <a:pt x="0" y="9"/>
                  </a:lnTo>
                  <a:lnTo>
                    <a:pt x="0" y="47"/>
                  </a:lnTo>
                  <a:lnTo>
                    <a:pt x="47" y="77"/>
                  </a:lnTo>
                  <a:lnTo>
                    <a:pt x="93" y="77"/>
                  </a:lnTo>
                  <a:lnTo>
                    <a:pt x="120" y="61"/>
                  </a:lnTo>
                  <a:lnTo>
                    <a:pt x="112" y="47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91"/>
            <p:cNvSpPr/>
            <p:nvPr/>
          </p:nvSpPr>
          <p:spPr>
            <a:xfrm>
              <a:off x="4249489" y="1506938"/>
              <a:ext cx="24188" cy="26205"/>
            </a:xfrm>
            <a:custGeom>
              <a:rect b="b" l="l" r="r" t="t"/>
              <a:pathLst>
                <a:path extrusionOk="0" h="13" w="12">
                  <a:moveTo>
                    <a:pt x="5" y="0"/>
                  </a:moveTo>
                  <a:lnTo>
                    <a:pt x="0" y="8"/>
                  </a:lnTo>
                  <a:lnTo>
                    <a:pt x="7" y="13"/>
                  </a:lnTo>
                  <a:lnTo>
                    <a:pt x="12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91"/>
            <p:cNvSpPr/>
            <p:nvPr/>
          </p:nvSpPr>
          <p:spPr>
            <a:xfrm>
              <a:off x="4398651" y="1474687"/>
              <a:ext cx="155208" cy="80628"/>
            </a:xfrm>
            <a:custGeom>
              <a:rect b="b" l="l" r="r" t="t"/>
              <a:pathLst>
                <a:path extrusionOk="0" h="40" w="77">
                  <a:moveTo>
                    <a:pt x="77" y="30"/>
                  </a:moveTo>
                  <a:lnTo>
                    <a:pt x="30" y="0"/>
                  </a:lnTo>
                  <a:lnTo>
                    <a:pt x="0" y="18"/>
                  </a:lnTo>
                  <a:lnTo>
                    <a:pt x="11" y="40"/>
                  </a:lnTo>
                  <a:lnTo>
                    <a:pt x="59" y="40"/>
                  </a:lnTo>
                  <a:lnTo>
                    <a:pt x="77" y="3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91"/>
            <p:cNvSpPr/>
            <p:nvPr/>
          </p:nvSpPr>
          <p:spPr>
            <a:xfrm>
              <a:off x="4430902" y="1611754"/>
              <a:ext cx="62486" cy="32251"/>
            </a:xfrm>
            <a:custGeom>
              <a:rect b="b" l="l" r="r" t="t"/>
              <a:pathLst>
                <a:path extrusionOk="0" h="16" w="31">
                  <a:moveTo>
                    <a:pt x="0" y="16"/>
                  </a:moveTo>
                  <a:lnTo>
                    <a:pt x="21" y="16"/>
                  </a:lnTo>
                  <a:lnTo>
                    <a:pt x="31" y="0"/>
                  </a:lnTo>
                  <a:lnTo>
                    <a:pt x="0" y="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91"/>
            <p:cNvSpPr/>
            <p:nvPr/>
          </p:nvSpPr>
          <p:spPr>
            <a:xfrm>
              <a:off x="4523623" y="1670208"/>
              <a:ext cx="64502" cy="78613"/>
            </a:xfrm>
            <a:custGeom>
              <a:rect b="b" l="l" r="r" t="t"/>
              <a:pathLst>
                <a:path extrusionOk="0" h="39" w="32">
                  <a:moveTo>
                    <a:pt x="0" y="0"/>
                  </a:moveTo>
                  <a:lnTo>
                    <a:pt x="22" y="38"/>
                  </a:lnTo>
                  <a:lnTo>
                    <a:pt x="25" y="39"/>
                  </a:lnTo>
                  <a:lnTo>
                    <a:pt x="32" y="26"/>
                  </a:lnTo>
                  <a:lnTo>
                    <a:pt x="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91"/>
            <p:cNvSpPr/>
            <p:nvPr/>
          </p:nvSpPr>
          <p:spPr>
            <a:xfrm>
              <a:off x="5231130" y="1835495"/>
              <a:ext cx="36282" cy="30236"/>
            </a:xfrm>
            <a:custGeom>
              <a:rect b="b" l="l" r="r" t="t"/>
              <a:pathLst>
                <a:path extrusionOk="0" h="15" w="18">
                  <a:moveTo>
                    <a:pt x="0" y="0"/>
                  </a:moveTo>
                  <a:lnTo>
                    <a:pt x="8" y="15"/>
                  </a:lnTo>
                  <a:lnTo>
                    <a:pt x="18" y="15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91"/>
            <p:cNvSpPr/>
            <p:nvPr/>
          </p:nvSpPr>
          <p:spPr>
            <a:xfrm>
              <a:off x="4908620" y="3889483"/>
              <a:ext cx="26203" cy="42330"/>
            </a:xfrm>
            <a:custGeom>
              <a:rect b="b" l="l" r="r" t="t"/>
              <a:pathLst>
                <a:path extrusionOk="0" h="21" w="13">
                  <a:moveTo>
                    <a:pt x="0" y="21"/>
                  </a:moveTo>
                  <a:lnTo>
                    <a:pt x="13" y="21"/>
                  </a:lnTo>
                  <a:lnTo>
                    <a:pt x="13" y="11"/>
                  </a:lnTo>
                  <a:lnTo>
                    <a:pt x="13" y="0"/>
                  </a:lnTo>
                  <a:lnTo>
                    <a:pt x="0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91"/>
            <p:cNvSpPr/>
            <p:nvPr/>
          </p:nvSpPr>
          <p:spPr>
            <a:xfrm>
              <a:off x="2108826" y="2458344"/>
              <a:ext cx="76596" cy="52408"/>
            </a:xfrm>
            <a:custGeom>
              <a:rect b="b" l="l" r="r" t="t"/>
              <a:pathLst>
                <a:path extrusionOk="0" h="26" w="38">
                  <a:moveTo>
                    <a:pt x="38" y="26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26"/>
                  </a:lnTo>
                  <a:lnTo>
                    <a:pt x="38" y="26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91"/>
            <p:cNvSpPr/>
            <p:nvPr/>
          </p:nvSpPr>
          <p:spPr>
            <a:xfrm>
              <a:off x="2032230" y="2458344"/>
              <a:ext cx="76596" cy="52408"/>
            </a:xfrm>
            <a:custGeom>
              <a:rect b="b" l="l" r="r" t="t"/>
              <a:pathLst>
                <a:path extrusionOk="0" h="26" w="38">
                  <a:moveTo>
                    <a:pt x="38" y="0"/>
                  </a:moveTo>
                  <a:lnTo>
                    <a:pt x="26" y="0"/>
                  </a:lnTo>
                  <a:lnTo>
                    <a:pt x="26" y="17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38" y="26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91"/>
            <p:cNvSpPr/>
            <p:nvPr/>
          </p:nvSpPr>
          <p:spPr>
            <a:xfrm>
              <a:off x="1610951" y="2629677"/>
              <a:ext cx="56439" cy="50393"/>
            </a:xfrm>
            <a:custGeom>
              <a:rect b="b" l="l" r="r" t="t"/>
              <a:pathLst>
                <a:path extrusionOk="0" h="25" w="28">
                  <a:moveTo>
                    <a:pt x="0" y="13"/>
                  </a:moveTo>
                  <a:lnTo>
                    <a:pt x="21" y="25"/>
                  </a:lnTo>
                  <a:lnTo>
                    <a:pt x="28" y="12"/>
                  </a:lnTo>
                  <a:lnTo>
                    <a:pt x="7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91"/>
            <p:cNvSpPr/>
            <p:nvPr/>
          </p:nvSpPr>
          <p:spPr>
            <a:xfrm>
              <a:off x="1516213" y="2524861"/>
              <a:ext cx="124973" cy="131020"/>
            </a:xfrm>
            <a:custGeom>
              <a:rect b="b" l="l" r="r" t="t"/>
              <a:pathLst>
                <a:path extrusionOk="0" h="65" w="62">
                  <a:moveTo>
                    <a:pt x="54" y="41"/>
                  </a:moveTo>
                  <a:lnTo>
                    <a:pt x="62" y="30"/>
                  </a:lnTo>
                  <a:lnTo>
                    <a:pt x="49" y="30"/>
                  </a:lnTo>
                  <a:lnTo>
                    <a:pt x="44" y="30"/>
                  </a:lnTo>
                  <a:lnTo>
                    <a:pt x="44" y="0"/>
                  </a:lnTo>
                  <a:lnTo>
                    <a:pt x="18" y="0"/>
                  </a:lnTo>
                  <a:lnTo>
                    <a:pt x="18" y="13"/>
                  </a:lnTo>
                  <a:lnTo>
                    <a:pt x="29" y="19"/>
                  </a:lnTo>
                  <a:lnTo>
                    <a:pt x="29" y="25"/>
                  </a:lnTo>
                  <a:lnTo>
                    <a:pt x="0" y="25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24" y="52"/>
                  </a:lnTo>
                  <a:lnTo>
                    <a:pt x="47" y="65"/>
                  </a:lnTo>
                  <a:lnTo>
                    <a:pt x="54" y="52"/>
                  </a:lnTo>
                  <a:lnTo>
                    <a:pt x="54" y="41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91"/>
            <p:cNvSpPr/>
            <p:nvPr/>
          </p:nvSpPr>
          <p:spPr>
            <a:xfrm>
              <a:off x="2211627" y="3768542"/>
              <a:ext cx="409185" cy="898998"/>
            </a:xfrm>
            <a:custGeom>
              <a:rect b="b" l="l" r="r" t="t"/>
              <a:pathLst>
                <a:path extrusionOk="0" h="427" w="194">
                  <a:moveTo>
                    <a:pt x="152" y="133"/>
                  </a:moveTo>
                  <a:cubicBezTo>
                    <a:pt x="152" y="133"/>
                    <a:pt x="158" y="122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73" y="97"/>
                    <a:pt x="194" y="60"/>
                    <a:pt x="194" y="6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1" y="49"/>
                    <a:pt x="181" y="58"/>
                    <a:pt x="181" y="58"/>
                  </a:cubicBezTo>
                  <a:cubicBezTo>
                    <a:pt x="168" y="80"/>
                    <a:pt x="168" y="80"/>
                    <a:pt x="168" y="80"/>
                  </a:cubicBezTo>
                  <a:cubicBezTo>
                    <a:pt x="134" y="80"/>
                    <a:pt x="134" y="80"/>
                    <a:pt x="134" y="80"/>
                  </a:cubicBezTo>
                  <a:cubicBezTo>
                    <a:pt x="134" y="37"/>
                    <a:pt x="134" y="37"/>
                    <a:pt x="134" y="37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4" y="166"/>
                    <a:pt x="14" y="166"/>
                    <a:pt x="14" y="166"/>
                  </a:cubicBezTo>
                  <a:cubicBezTo>
                    <a:pt x="14" y="268"/>
                    <a:pt x="14" y="268"/>
                    <a:pt x="14" y="268"/>
                  </a:cubicBezTo>
                  <a:cubicBezTo>
                    <a:pt x="32" y="300"/>
                    <a:pt x="32" y="300"/>
                    <a:pt x="32" y="300"/>
                  </a:cubicBezTo>
                  <a:cubicBezTo>
                    <a:pt x="32" y="359"/>
                    <a:pt x="32" y="359"/>
                    <a:pt x="32" y="359"/>
                  </a:cubicBezTo>
                  <a:cubicBezTo>
                    <a:pt x="71" y="427"/>
                    <a:pt x="71" y="427"/>
                    <a:pt x="71" y="427"/>
                  </a:cubicBezTo>
                  <a:cubicBezTo>
                    <a:pt x="98" y="427"/>
                    <a:pt x="98" y="427"/>
                    <a:pt x="98" y="427"/>
                  </a:cubicBezTo>
                  <a:cubicBezTo>
                    <a:pt x="127" y="377"/>
                    <a:pt x="127" y="377"/>
                    <a:pt x="127" y="377"/>
                  </a:cubicBezTo>
                  <a:cubicBezTo>
                    <a:pt x="92" y="356"/>
                    <a:pt x="92" y="356"/>
                    <a:pt x="92" y="356"/>
                  </a:cubicBezTo>
                  <a:cubicBezTo>
                    <a:pt x="107" y="348"/>
                    <a:pt x="107" y="348"/>
                    <a:pt x="107" y="348"/>
                  </a:cubicBezTo>
                  <a:cubicBezTo>
                    <a:pt x="107" y="282"/>
                    <a:pt x="107" y="282"/>
                    <a:pt x="107" y="282"/>
                  </a:cubicBezTo>
                  <a:cubicBezTo>
                    <a:pt x="130" y="282"/>
                    <a:pt x="130" y="282"/>
                    <a:pt x="130" y="282"/>
                  </a:cubicBezTo>
                  <a:cubicBezTo>
                    <a:pt x="130" y="258"/>
                    <a:pt x="130" y="258"/>
                    <a:pt x="130" y="258"/>
                  </a:cubicBezTo>
                  <a:cubicBezTo>
                    <a:pt x="183" y="227"/>
                    <a:pt x="183" y="227"/>
                    <a:pt x="183" y="227"/>
                  </a:cubicBezTo>
                  <a:cubicBezTo>
                    <a:pt x="183" y="208"/>
                    <a:pt x="183" y="208"/>
                    <a:pt x="183" y="208"/>
                  </a:cubicBezTo>
                  <a:cubicBezTo>
                    <a:pt x="171" y="187"/>
                    <a:pt x="171" y="187"/>
                    <a:pt x="171" y="187"/>
                  </a:cubicBezTo>
                  <a:cubicBezTo>
                    <a:pt x="152" y="176"/>
                    <a:pt x="152" y="176"/>
                    <a:pt x="152" y="176"/>
                  </a:cubicBezTo>
                  <a:lnTo>
                    <a:pt x="152" y="133"/>
                  </a:lnTo>
                  <a:close/>
                </a:path>
              </a:pathLst>
            </a:custGeom>
            <a:solidFill>
              <a:srgbClr val="001391"/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91"/>
            <p:cNvSpPr/>
            <p:nvPr/>
          </p:nvSpPr>
          <p:spPr>
            <a:xfrm>
              <a:off x="2167282" y="3385561"/>
              <a:ext cx="326542" cy="382981"/>
            </a:xfrm>
            <a:custGeom>
              <a:rect b="b" l="l" r="r" t="t"/>
              <a:pathLst>
                <a:path extrusionOk="0" h="190" w="162">
                  <a:moveTo>
                    <a:pt x="40" y="190"/>
                  </a:moveTo>
                  <a:lnTo>
                    <a:pt x="96" y="190"/>
                  </a:lnTo>
                  <a:lnTo>
                    <a:pt x="96" y="149"/>
                  </a:lnTo>
                  <a:lnTo>
                    <a:pt x="153" y="149"/>
                  </a:lnTo>
                  <a:lnTo>
                    <a:pt x="162" y="135"/>
                  </a:lnTo>
                  <a:lnTo>
                    <a:pt x="148" y="112"/>
                  </a:lnTo>
                  <a:lnTo>
                    <a:pt x="148" y="100"/>
                  </a:lnTo>
                  <a:lnTo>
                    <a:pt x="115" y="100"/>
                  </a:lnTo>
                  <a:lnTo>
                    <a:pt x="115" y="57"/>
                  </a:lnTo>
                  <a:lnTo>
                    <a:pt x="92" y="57"/>
                  </a:lnTo>
                  <a:lnTo>
                    <a:pt x="41" y="27"/>
                  </a:lnTo>
                  <a:lnTo>
                    <a:pt x="41" y="0"/>
                  </a:lnTo>
                  <a:lnTo>
                    <a:pt x="28" y="0"/>
                  </a:lnTo>
                  <a:lnTo>
                    <a:pt x="0" y="17"/>
                  </a:lnTo>
                  <a:lnTo>
                    <a:pt x="0" y="120"/>
                  </a:lnTo>
                  <a:lnTo>
                    <a:pt x="40" y="19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91"/>
            <p:cNvSpPr/>
            <p:nvPr/>
          </p:nvSpPr>
          <p:spPr>
            <a:xfrm>
              <a:off x="1681500" y="2720383"/>
              <a:ext cx="84659" cy="76596"/>
            </a:xfrm>
            <a:custGeom>
              <a:rect b="b" l="l" r="r" t="t"/>
              <a:pathLst>
                <a:path extrusionOk="0" h="38" w="42">
                  <a:moveTo>
                    <a:pt x="29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42" y="38"/>
                  </a:lnTo>
                  <a:lnTo>
                    <a:pt x="42" y="23"/>
                  </a:lnTo>
                  <a:lnTo>
                    <a:pt x="29" y="14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91"/>
            <p:cNvSpPr/>
            <p:nvPr/>
          </p:nvSpPr>
          <p:spPr>
            <a:xfrm>
              <a:off x="2443431" y="4711885"/>
              <a:ext cx="133036" cy="76596"/>
            </a:xfrm>
            <a:custGeom>
              <a:rect b="b" l="l" r="r" t="t"/>
              <a:pathLst>
                <a:path extrusionOk="0" h="38" w="66">
                  <a:moveTo>
                    <a:pt x="20" y="26"/>
                  </a:moveTo>
                  <a:lnTo>
                    <a:pt x="20" y="26"/>
                  </a:lnTo>
                  <a:lnTo>
                    <a:pt x="41" y="38"/>
                  </a:lnTo>
                  <a:lnTo>
                    <a:pt x="66" y="38"/>
                  </a:lnTo>
                  <a:lnTo>
                    <a:pt x="0" y="0"/>
                  </a:lnTo>
                  <a:lnTo>
                    <a:pt x="0" y="26"/>
                  </a:lnTo>
                  <a:lnTo>
                    <a:pt x="20" y="26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91"/>
            <p:cNvSpPr/>
            <p:nvPr/>
          </p:nvSpPr>
          <p:spPr>
            <a:xfrm>
              <a:off x="2028198" y="2720383"/>
              <a:ext cx="344682" cy="334605"/>
            </a:xfrm>
            <a:custGeom>
              <a:rect b="b" l="l" r="r" t="t"/>
              <a:pathLst>
                <a:path extrusionOk="0" h="166" w="171">
                  <a:moveTo>
                    <a:pt x="0" y="31"/>
                  </a:moveTo>
                  <a:lnTo>
                    <a:pt x="10" y="50"/>
                  </a:lnTo>
                  <a:lnTo>
                    <a:pt x="10" y="68"/>
                  </a:lnTo>
                  <a:lnTo>
                    <a:pt x="30" y="68"/>
                  </a:lnTo>
                  <a:lnTo>
                    <a:pt x="51" y="80"/>
                  </a:lnTo>
                  <a:lnTo>
                    <a:pt x="75" y="80"/>
                  </a:lnTo>
                  <a:lnTo>
                    <a:pt x="75" y="146"/>
                  </a:lnTo>
                  <a:lnTo>
                    <a:pt x="87" y="166"/>
                  </a:lnTo>
                  <a:lnTo>
                    <a:pt x="98" y="166"/>
                  </a:lnTo>
                  <a:lnTo>
                    <a:pt x="129" y="148"/>
                  </a:lnTo>
                  <a:lnTo>
                    <a:pt x="117" y="126"/>
                  </a:lnTo>
                  <a:lnTo>
                    <a:pt x="117" y="109"/>
                  </a:lnTo>
                  <a:lnTo>
                    <a:pt x="129" y="109"/>
                  </a:lnTo>
                  <a:lnTo>
                    <a:pt x="145" y="118"/>
                  </a:lnTo>
                  <a:lnTo>
                    <a:pt x="161" y="108"/>
                  </a:lnTo>
                  <a:lnTo>
                    <a:pt x="161" y="51"/>
                  </a:lnTo>
                  <a:lnTo>
                    <a:pt x="171" y="45"/>
                  </a:lnTo>
                  <a:lnTo>
                    <a:pt x="153" y="14"/>
                  </a:lnTo>
                  <a:lnTo>
                    <a:pt x="128" y="14"/>
                  </a:lnTo>
                  <a:lnTo>
                    <a:pt x="106" y="27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30" y="0"/>
                  </a:lnTo>
                  <a:lnTo>
                    <a:pt x="30" y="35"/>
                  </a:lnTo>
                  <a:lnTo>
                    <a:pt x="21" y="35"/>
                  </a:lnTo>
                  <a:lnTo>
                    <a:pt x="21" y="10"/>
                  </a:lnTo>
                  <a:lnTo>
                    <a:pt x="11" y="1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91"/>
            <p:cNvSpPr/>
            <p:nvPr/>
          </p:nvSpPr>
          <p:spPr>
            <a:xfrm>
              <a:off x="2532121" y="4012440"/>
              <a:ext cx="145130" cy="149161"/>
            </a:xfrm>
            <a:custGeom>
              <a:rect b="b" l="l" r="r" t="t"/>
              <a:pathLst>
                <a:path extrusionOk="0" h="71" w="69">
                  <a:moveTo>
                    <a:pt x="9" y="0"/>
                  </a:moveTo>
                  <a:cubicBezTo>
                    <a:pt x="6" y="6"/>
                    <a:pt x="0" y="17"/>
                    <a:pt x="0" y="1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9" y="71"/>
                    <a:pt x="19" y="71"/>
                    <a:pt x="19" y="71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35"/>
                    <a:pt x="69" y="35"/>
                    <a:pt x="69" y="35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91"/>
            <p:cNvSpPr/>
            <p:nvPr/>
          </p:nvSpPr>
          <p:spPr>
            <a:xfrm>
              <a:off x="2352725" y="2811089"/>
              <a:ext cx="135051" cy="225757"/>
            </a:xfrm>
            <a:custGeom>
              <a:rect b="b" l="l" r="r" t="t"/>
              <a:pathLst>
                <a:path extrusionOk="0" h="112" w="67">
                  <a:moveTo>
                    <a:pt x="22" y="101"/>
                  </a:moveTo>
                  <a:lnTo>
                    <a:pt x="28" y="112"/>
                  </a:lnTo>
                  <a:lnTo>
                    <a:pt x="48" y="100"/>
                  </a:lnTo>
                  <a:lnTo>
                    <a:pt x="66" y="100"/>
                  </a:lnTo>
                  <a:lnTo>
                    <a:pt x="49" y="71"/>
                  </a:lnTo>
                  <a:lnTo>
                    <a:pt x="67" y="40"/>
                  </a:lnTo>
                  <a:lnTo>
                    <a:pt x="52" y="40"/>
                  </a:lnTo>
                  <a:lnTo>
                    <a:pt x="28" y="0"/>
                  </a:lnTo>
                  <a:lnTo>
                    <a:pt x="10" y="0"/>
                  </a:lnTo>
                  <a:lnTo>
                    <a:pt x="0" y="6"/>
                  </a:lnTo>
                  <a:lnTo>
                    <a:pt x="0" y="52"/>
                  </a:lnTo>
                  <a:lnTo>
                    <a:pt x="22" y="52"/>
                  </a:lnTo>
                  <a:lnTo>
                    <a:pt x="22" y="101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91"/>
            <p:cNvSpPr/>
            <p:nvPr/>
          </p:nvSpPr>
          <p:spPr>
            <a:xfrm>
              <a:off x="2451493" y="2891716"/>
              <a:ext cx="92722" cy="120941"/>
            </a:xfrm>
            <a:custGeom>
              <a:rect b="b" l="l" r="r" t="t"/>
              <a:pathLst>
                <a:path extrusionOk="0" h="60" w="46">
                  <a:moveTo>
                    <a:pt x="17" y="60"/>
                  </a:moveTo>
                  <a:lnTo>
                    <a:pt x="46" y="60"/>
                  </a:lnTo>
                  <a:lnTo>
                    <a:pt x="46" y="0"/>
                  </a:lnTo>
                  <a:lnTo>
                    <a:pt x="18" y="0"/>
                  </a:lnTo>
                  <a:lnTo>
                    <a:pt x="0" y="31"/>
                  </a:lnTo>
                  <a:lnTo>
                    <a:pt x="17" y="6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91"/>
            <p:cNvSpPr/>
            <p:nvPr/>
          </p:nvSpPr>
          <p:spPr>
            <a:xfrm>
              <a:off x="1877022" y="2720383"/>
              <a:ext cx="302354" cy="483766"/>
            </a:xfrm>
            <a:custGeom>
              <a:rect b="b" l="l" r="r" t="t"/>
              <a:pathLst>
                <a:path extrusionOk="0" h="240" w="150">
                  <a:moveTo>
                    <a:pt x="71" y="214"/>
                  </a:moveTo>
                  <a:lnTo>
                    <a:pt x="107" y="214"/>
                  </a:lnTo>
                  <a:lnTo>
                    <a:pt x="107" y="240"/>
                  </a:lnTo>
                  <a:lnTo>
                    <a:pt x="119" y="240"/>
                  </a:lnTo>
                  <a:lnTo>
                    <a:pt x="119" y="146"/>
                  </a:lnTo>
                  <a:lnTo>
                    <a:pt x="150" y="146"/>
                  </a:lnTo>
                  <a:lnTo>
                    <a:pt x="150" y="80"/>
                  </a:lnTo>
                  <a:lnTo>
                    <a:pt x="126" y="80"/>
                  </a:lnTo>
                  <a:lnTo>
                    <a:pt x="105" y="68"/>
                  </a:lnTo>
                  <a:lnTo>
                    <a:pt x="85" y="68"/>
                  </a:lnTo>
                  <a:lnTo>
                    <a:pt x="85" y="50"/>
                  </a:lnTo>
                  <a:lnTo>
                    <a:pt x="75" y="31"/>
                  </a:lnTo>
                  <a:lnTo>
                    <a:pt x="86" y="10"/>
                  </a:lnTo>
                  <a:lnTo>
                    <a:pt x="96" y="10"/>
                  </a:lnTo>
                  <a:lnTo>
                    <a:pt x="96" y="0"/>
                  </a:lnTo>
                  <a:lnTo>
                    <a:pt x="68" y="0"/>
                  </a:lnTo>
                  <a:lnTo>
                    <a:pt x="46" y="12"/>
                  </a:lnTo>
                  <a:lnTo>
                    <a:pt x="46" y="30"/>
                  </a:lnTo>
                  <a:lnTo>
                    <a:pt x="24" y="42"/>
                  </a:lnTo>
                  <a:lnTo>
                    <a:pt x="12" y="35"/>
                  </a:lnTo>
                  <a:lnTo>
                    <a:pt x="12" y="51"/>
                  </a:lnTo>
                  <a:lnTo>
                    <a:pt x="12" y="144"/>
                  </a:lnTo>
                  <a:lnTo>
                    <a:pt x="0" y="151"/>
                  </a:lnTo>
                  <a:lnTo>
                    <a:pt x="53" y="183"/>
                  </a:lnTo>
                  <a:lnTo>
                    <a:pt x="71" y="214"/>
                  </a:lnTo>
                  <a:close/>
                </a:path>
              </a:pathLst>
            </a:custGeom>
            <a:solidFill>
              <a:srgbClr val="001391"/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91"/>
            <p:cNvSpPr/>
            <p:nvPr/>
          </p:nvSpPr>
          <p:spPr>
            <a:xfrm>
              <a:off x="1604903" y="2504704"/>
              <a:ext cx="36282" cy="80628"/>
            </a:xfrm>
            <a:custGeom>
              <a:rect b="b" l="l" r="r" t="t"/>
              <a:pathLst>
                <a:path extrusionOk="0" h="40" w="18">
                  <a:moveTo>
                    <a:pt x="0" y="10"/>
                  </a:moveTo>
                  <a:lnTo>
                    <a:pt x="0" y="40"/>
                  </a:lnTo>
                  <a:lnTo>
                    <a:pt x="5" y="40"/>
                  </a:lnTo>
                  <a:lnTo>
                    <a:pt x="18" y="18"/>
                  </a:lnTo>
                  <a:lnTo>
                    <a:pt x="18" y="0"/>
                  </a:lnTo>
                  <a:lnTo>
                    <a:pt x="6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91"/>
            <p:cNvSpPr/>
            <p:nvPr/>
          </p:nvSpPr>
          <p:spPr>
            <a:xfrm>
              <a:off x="2661125" y="4681649"/>
              <a:ext cx="44400" cy="20100"/>
            </a:xfrm>
            <a:prstGeom prst="rect">
              <a:avLst/>
            </a:pr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91"/>
            <p:cNvSpPr/>
            <p:nvPr/>
          </p:nvSpPr>
          <p:spPr>
            <a:xfrm>
              <a:off x="5029561" y="2018923"/>
              <a:ext cx="92722" cy="126989"/>
            </a:xfrm>
            <a:custGeom>
              <a:rect b="b" l="l" r="r" t="t"/>
              <a:pathLst>
                <a:path extrusionOk="0" h="63" w="46">
                  <a:moveTo>
                    <a:pt x="0" y="63"/>
                  </a:moveTo>
                  <a:lnTo>
                    <a:pt x="9" y="47"/>
                  </a:lnTo>
                  <a:lnTo>
                    <a:pt x="9" y="15"/>
                  </a:lnTo>
                  <a:lnTo>
                    <a:pt x="20" y="15"/>
                  </a:lnTo>
                  <a:lnTo>
                    <a:pt x="46" y="0"/>
                  </a:lnTo>
                  <a:lnTo>
                    <a:pt x="46" y="24"/>
                  </a:lnTo>
                  <a:lnTo>
                    <a:pt x="30" y="24"/>
                  </a:lnTo>
                  <a:lnTo>
                    <a:pt x="41" y="44"/>
                  </a:lnTo>
                  <a:lnTo>
                    <a:pt x="30" y="63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91"/>
            <p:cNvSpPr/>
            <p:nvPr/>
          </p:nvSpPr>
          <p:spPr>
            <a:xfrm>
              <a:off x="5511312" y="2313214"/>
              <a:ext cx="195521" cy="237851"/>
            </a:xfrm>
            <a:custGeom>
              <a:rect b="b" l="l" r="r" t="t"/>
              <a:pathLst>
                <a:path extrusionOk="0" h="113" w="93">
                  <a:moveTo>
                    <a:pt x="53" y="0"/>
                  </a:moveTo>
                  <a:cubicBezTo>
                    <a:pt x="40" y="23"/>
                    <a:pt x="40" y="23"/>
                    <a:pt x="40" y="23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40" y="55"/>
                    <a:pt x="17" y="68"/>
                    <a:pt x="0" y="78"/>
                  </a:cubicBezTo>
                  <a:cubicBezTo>
                    <a:pt x="21" y="113"/>
                    <a:pt x="21" y="113"/>
                    <a:pt x="21" y="113"/>
                  </a:cubicBezTo>
                  <a:cubicBezTo>
                    <a:pt x="72" y="83"/>
                    <a:pt x="72" y="83"/>
                    <a:pt x="72" y="83"/>
                  </a:cubicBezTo>
                  <a:cubicBezTo>
                    <a:pt x="72" y="59"/>
                    <a:pt x="72" y="59"/>
                    <a:pt x="72" y="59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93" y="23"/>
                    <a:pt x="93" y="23"/>
                    <a:pt x="93" y="23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91"/>
            <p:cNvSpPr/>
            <p:nvPr/>
          </p:nvSpPr>
          <p:spPr>
            <a:xfrm>
              <a:off x="5462935" y="2272900"/>
              <a:ext cx="22172" cy="38299"/>
            </a:xfrm>
            <a:custGeom>
              <a:rect b="b" l="l" r="r" t="t"/>
              <a:pathLst>
                <a:path extrusionOk="0" h="19" w="11">
                  <a:moveTo>
                    <a:pt x="11" y="0"/>
                  </a:moveTo>
                  <a:lnTo>
                    <a:pt x="0" y="6"/>
                  </a:lnTo>
                  <a:lnTo>
                    <a:pt x="0" y="19"/>
                  </a:lnTo>
                  <a:lnTo>
                    <a:pt x="11" y="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91"/>
            <p:cNvSpPr/>
            <p:nvPr/>
          </p:nvSpPr>
          <p:spPr>
            <a:xfrm>
              <a:off x="5265398" y="2476484"/>
              <a:ext cx="290259" cy="197538"/>
            </a:xfrm>
            <a:custGeom>
              <a:rect b="b" l="l" r="r" t="t"/>
              <a:pathLst>
                <a:path extrusionOk="0" h="93" w="137">
                  <a:moveTo>
                    <a:pt x="99" y="10"/>
                  </a:moveTo>
                  <a:cubicBezTo>
                    <a:pt x="73" y="10"/>
                    <a:pt x="73" y="10"/>
                    <a:pt x="73" y="10"/>
                  </a:cubicBezTo>
                  <a:cubicBezTo>
                    <a:pt x="59" y="35"/>
                    <a:pt x="59" y="35"/>
                    <a:pt x="59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3" y="93"/>
                    <a:pt x="13" y="93"/>
                    <a:pt x="13" y="93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58" y="81"/>
                    <a:pt x="58" y="81"/>
                    <a:pt x="58" y="81"/>
                  </a:cubicBezTo>
                  <a:cubicBezTo>
                    <a:pt x="137" y="35"/>
                    <a:pt x="137" y="35"/>
                    <a:pt x="137" y="35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09" y="4"/>
                    <a:pt x="99" y="10"/>
                    <a:pt x="99" y="10"/>
                  </a:cubicBez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91"/>
            <p:cNvSpPr/>
            <p:nvPr/>
          </p:nvSpPr>
          <p:spPr>
            <a:xfrm>
              <a:off x="6148270" y="1946358"/>
              <a:ext cx="68533" cy="64502"/>
            </a:xfrm>
            <a:custGeom>
              <a:rect b="b" l="l" r="r" t="t"/>
              <a:pathLst>
                <a:path extrusionOk="0" h="32" w="34">
                  <a:moveTo>
                    <a:pt x="34" y="8"/>
                  </a:moveTo>
                  <a:lnTo>
                    <a:pt x="18" y="0"/>
                  </a:lnTo>
                  <a:lnTo>
                    <a:pt x="0" y="9"/>
                  </a:lnTo>
                  <a:lnTo>
                    <a:pt x="10" y="26"/>
                  </a:lnTo>
                  <a:lnTo>
                    <a:pt x="14" y="32"/>
                  </a:lnTo>
                  <a:lnTo>
                    <a:pt x="34" y="21"/>
                  </a:lnTo>
                  <a:lnTo>
                    <a:pt x="34" y="8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91"/>
            <p:cNvSpPr/>
            <p:nvPr/>
          </p:nvSpPr>
          <p:spPr>
            <a:xfrm>
              <a:off x="4574015" y="1722616"/>
              <a:ext cx="36282" cy="48377"/>
            </a:xfrm>
            <a:custGeom>
              <a:rect b="b" l="l" r="r" t="t"/>
              <a:pathLst>
                <a:path extrusionOk="0" h="24" w="18">
                  <a:moveTo>
                    <a:pt x="7" y="0"/>
                  </a:moveTo>
                  <a:lnTo>
                    <a:pt x="0" y="13"/>
                  </a:lnTo>
                  <a:lnTo>
                    <a:pt x="0" y="13"/>
                  </a:lnTo>
                  <a:lnTo>
                    <a:pt x="18" y="24"/>
                  </a:lnTo>
                  <a:lnTo>
                    <a:pt x="18" y="7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91"/>
            <p:cNvSpPr/>
            <p:nvPr/>
          </p:nvSpPr>
          <p:spPr>
            <a:xfrm>
              <a:off x="5886230" y="1716570"/>
              <a:ext cx="262040" cy="137067"/>
            </a:xfrm>
            <a:custGeom>
              <a:rect b="b" l="l" r="r" t="t"/>
              <a:pathLst>
                <a:path extrusionOk="0" h="68" w="130">
                  <a:moveTo>
                    <a:pt x="53" y="0"/>
                  </a:moveTo>
                  <a:lnTo>
                    <a:pt x="33" y="11"/>
                  </a:lnTo>
                  <a:lnTo>
                    <a:pt x="7" y="11"/>
                  </a:lnTo>
                  <a:lnTo>
                    <a:pt x="7" y="21"/>
                  </a:lnTo>
                  <a:lnTo>
                    <a:pt x="17" y="27"/>
                  </a:lnTo>
                  <a:lnTo>
                    <a:pt x="0" y="36"/>
                  </a:lnTo>
                  <a:lnTo>
                    <a:pt x="40" y="36"/>
                  </a:lnTo>
                  <a:lnTo>
                    <a:pt x="30" y="54"/>
                  </a:lnTo>
                  <a:lnTo>
                    <a:pt x="17" y="54"/>
                  </a:lnTo>
                  <a:lnTo>
                    <a:pt x="2" y="63"/>
                  </a:lnTo>
                  <a:lnTo>
                    <a:pt x="2" y="68"/>
                  </a:lnTo>
                  <a:lnTo>
                    <a:pt x="59" y="68"/>
                  </a:lnTo>
                  <a:lnTo>
                    <a:pt x="59" y="51"/>
                  </a:lnTo>
                  <a:lnTo>
                    <a:pt x="86" y="35"/>
                  </a:lnTo>
                  <a:lnTo>
                    <a:pt x="107" y="35"/>
                  </a:lnTo>
                  <a:lnTo>
                    <a:pt x="130" y="22"/>
                  </a:lnTo>
                  <a:lnTo>
                    <a:pt x="130" y="6"/>
                  </a:lnTo>
                  <a:lnTo>
                    <a:pt x="63" y="6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91"/>
            <p:cNvSpPr/>
            <p:nvPr/>
          </p:nvSpPr>
          <p:spPr>
            <a:xfrm>
              <a:off x="5448825" y="1728664"/>
              <a:ext cx="376934" cy="245914"/>
            </a:xfrm>
            <a:custGeom>
              <a:rect b="b" l="l" r="r" t="t"/>
              <a:pathLst>
                <a:path extrusionOk="0" h="122" w="187">
                  <a:moveTo>
                    <a:pt x="19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29" y="78"/>
                  </a:lnTo>
                  <a:lnTo>
                    <a:pt x="37" y="74"/>
                  </a:lnTo>
                  <a:lnTo>
                    <a:pt x="79" y="74"/>
                  </a:lnTo>
                  <a:lnTo>
                    <a:pt x="125" y="100"/>
                  </a:lnTo>
                  <a:lnTo>
                    <a:pt x="125" y="122"/>
                  </a:lnTo>
                  <a:lnTo>
                    <a:pt x="187" y="87"/>
                  </a:lnTo>
                  <a:lnTo>
                    <a:pt x="187" y="74"/>
                  </a:lnTo>
                  <a:lnTo>
                    <a:pt x="114" y="32"/>
                  </a:lnTo>
                  <a:lnTo>
                    <a:pt x="99" y="32"/>
                  </a:lnTo>
                  <a:lnTo>
                    <a:pt x="99" y="20"/>
                  </a:lnTo>
                  <a:lnTo>
                    <a:pt x="72" y="4"/>
                  </a:lnTo>
                  <a:lnTo>
                    <a:pt x="59" y="28"/>
                  </a:lnTo>
                  <a:lnTo>
                    <a:pt x="46" y="28"/>
                  </a:lnTo>
                  <a:lnTo>
                    <a:pt x="35" y="28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91"/>
            <p:cNvSpPr/>
            <p:nvPr/>
          </p:nvSpPr>
          <p:spPr>
            <a:xfrm>
              <a:off x="5255319" y="1357777"/>
              <a:ext cx="973578" cy="427326"/>
            </a:xfrm>
            <a:custGeom>
              <a:rect b="b" l="l" r="r" t="t"/>
              <a:pathLst>
                <a:path extrusionOk="0" h="203" w="462">
                  <a:moveTo>
                    <a:pt x="462" y="84"/>
                  </a:moveTo>
                  <a:cubicBezTo>
                    <a:pt x="420" y="60"/>
                    <a:pt x="420" y="60"/>
                    <a:pt x="420" y="60"/>
                  </a:cubicBezTo>
                  <a:cubicBezTo>
                    <a:pt x="366" y="60"/>
                    <a:pt x="366" y="60"/>
                    <a:pt x="366" y="60"/>
                  </a:cubicBezTo>
                  <a:cubicBezTo>
                    <a:pt x="354" y="39"/>
                    <a:pt x="354" y="39"/>
                    <a:pt x="354" y="39"/>
                  </a:cubicBezTo>
                  <a:cubicBezTo>
                    <a:pt x="310" y="13"/>
                    <a:pt x="310" y="13"/>
                    <a:pt x="310" y="13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75" y="21"/>
                    <a:pt x="275" y="21"/>
                    <a:pt x="275" y="21"/>
                  </a:cubicBezTo>
                  <a:cubicBezTo>
                    <a:pt x="238" y="0"/>
                    <a:pt x="238" y="0"/>
                    <a:pt x="238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70" y="15"/>
                    <a:pt x="170" y="15"/>
                    <a:pt x="170" y="15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2" y="28"/>
                    <a:pt x="142" y="28"/>
                    <a:pt x="142" y="28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82" y="64"/>
                    <a:pt x="82" y="64"/>
                    <a:pt x="82" y="64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0" y="116"/>
                    <a:pt x="30" y="116"/>
                    <a:pt x="30" y="116"/>
                  </a:cubicBezTo>
                  <a:cubicBezTo>
                    <a:pt x="30" y="116"/>
                    <a:pt x="30" y="127"/>
                    <a:pt x="30" y="128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82" y="117"/>
                    <a:pt x="82" y="117"/>
                    <a:pt x="82" y="117"/>
                  </a:cubicBezTo>
                  <a:cubicBezTo>
                    <a:pt x="82" y="117"/>
                    <a:pt x="82" y="117"/>
                    <a:pt x="82" y="117"/>
                  </a:cubicBezTo>
                  <a:cubicBezTo>
                    <a:pt x="82" y="139"/>
                    <a:pt x="82" y="139"/>
                    <a:pt x="82" y="139"/>
                  </a:cubicBezTo>
                  <a:cubicBezTo>
                    <a:pt x="59" y="152"/>
                    <a:pt x="59" y="152"/>
                    <a:pt x="59" y="152"/>
                  </a:cubicBezTo>
                  <a:cubicBezTo>
                    <a:pt x="73" y="176"/>
                    <a:pt x="73" y="176"/>
                    <a:pt x="73" y="176"/>
                  </a:cubicBezTo>
                  <a:cubicBezTo>
                    <a:pt x="92" y="176"/>
                    <a:pt x="92" y="176"/>
                    <a:pt x="92" y="176"/>
                  </a:cubicBezTo>
                  <a:cubicBezTo>
                    <a:pt x="110" y="176"/>
                    <a:pt x="110" y="176"/>
                    <a:pt x="110" y="176"/>
                  </a:cubicBezTo>
                  <a:cubicBezTo>
                    <a:pt x="125" y="203"/>
                    <a:pt x="125" y="203"/>
                    <a:pt x="125" y="203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64" y="138"/>
                    <a:pt x="164" y="138"/>
                    <a:pt x="164" y="138"/>
                  </a:cubicBezTo>
                  <a:cubicBezTo>
                    <a:pt x="195" y="155"/>
                    <a:pt x="195" y="155"/>
                    <a:pt x="195" y="155"/>
                  </a:cubicBezTo>
                  <a:cubicBezTo>
                    <a:pt x="203" y="171"/>
                    <a:pt x="203" y="171"/>
                    <a:pt x="203" y="171"/>
                  </a:cubicBezTo>
                  <a:cubicBezTo>
                    <a:pt x="240" y="171"/>
                    <a:pt x="240" y="171"/>
                    <a:pt x="240" y="171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82" y="203"/>
                    <a:pt x="282" y="203"/>
                    <a:pt x="282" y="203"/>
                  </a:cubicBezTo>
                  <a:cubicBezTo>
                    <a:pt x="306" y="190"/>
                    <a:pt x="306" y="190"/>
                    <a:pt x="306" y="190"/>
                  </a:cubicBezTo>
                  <a:cubicBezTo>
                    <a:pt x="306" y="181"/>
                    <a:pt x="306" y="181"/>
                    <a:pt x="306" y="181"/>
                  </a:cubicBezTo>
                  <a:cubicBezTo>
                    <a:pt x="331" y="181"/>
                    <a:pt x="331" y="181"/>
                    <a:pt x="331" y="181"/>
                  </a:cubicBezTo>
                  <a:cubicBezTo>
                    <a:pt x="350" y="170"/>
                    <a:pt x="350" y="170"/>
                    <a:pt x="350" y="170"/>
                  </a:cubicBezTo>
                  <a:cubicBezTo>
                    <a:pt x="360" y="176"/>
                    <a:pt x="360" y="176"/>
                    <a:pt x="360" y="176"/>
                  </a:cubicBezTo>
                  <a:cubicBezTo>
                    <a:pt x="424" y="176"/>
                    <a:pt x="424" y="176"/>
                    <a:pt x="424" y="176"/>
                  </a:cubicBezTo>
                  <a:cubicBezTo>
                    <a:pt x="424" y="164"/>
                    <a:pt x="424" y="164"/>
                    <a:pt x="424" y="164"/>
                  </a:cubicBezTo>
                  <a:cubicBezTo>
                    <a:pt x="424" y="163"/>
                    <a:pt x="424" y="163"/>
                    <a:pt x="424" y="163"/>
                  </a:cubicBezTo>
                  <a:cubicBezTo>
                    <a:pt x="414" y="146"/>
                    <a:pt x="414" y="146"/>
                    <a:pt x="414" y="146"/>
                  </a:cubicBezTo>
                  <a:cubicBezTo>
                    <a:pt x="426" y="146"/>
                    <a:pt x="426" y="146"/>
                    <a:pt x="426" y="146"/>
                  </a:cubicBezTo>
                  <a:lnTo>
                    <a:pt x="462" y="84"/>
                  </a:lnTo>
                  <a:close/>
                  <a:moveTo>
                    <a:pt x="389" y="128"/>
                  </a:moveTo>
                  <a:cubicBezTo>
                    <a:pt x="346" y="128"/>
                    <a:pt x="346" y="128"/>
                    <a:pt x="346" y="128"/>
                  </a:cubicBezTo>
                  <a:cubicBezTo>
                    <a:pt x="336" y="133"/>
                    <a:pt x="336" y="133"/>
                    <a:pt x="336" y="133"/>
                  </a:cubicBezTo>
                  <a:cubicBezTo>
                    <a:pt x="336" y="147"/>
                    <a:pt x="336" y="147"/>
                    <a:pt x="336" y="147"/>
                  </a:cubicBezTo>
                  <a:cubicBezTo>
                    <a:pt x="324" y="147"/>
                    <a:pt x="324" y="147"/>
                    <a:pt x="324" y="147"/>
                  </a:cubicBezTo>
                  <a:cubicBezTo>
                    <a:pt x="324" y="130"/>
                    <a:pt x="324" y="130"/>
                    <a:pt x="324" y="130"/>
                  </a:cubicBezTo>
                  <a:cubicBezTo>
                    <a:pt x="340" y="121"/>
                    <a:pt x="340" y="121"/>
                    <a:pt x="340" y="121"/>
                  </a:cubicBezTo>
                  <a:cubicBezTo>
                    <a:pt x="389" y="121"/>
                    <a:pt x="389" y="121"/>
                    <a:pt x="389" y="121"/>
                  </a:cubicBezTo>
                  <a:lnTo>
                    <a:pt x="389" y="128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91"/>
            <p:cNvSpPr/>
            <p:nvPr/>
          </p:nvSpPr>
          <p:spPr>
            <a:xfrm>
              <a:off x="5273460" y="1758899"/>
              <a:ext cx="84659" cy="94738"/>
            </a:xfrm>
            <a:custGeom>
              <a:rect b="b" l="l" r="r" t="t"/>
              <a:pathLst>
                <a:path extrusionOk="0" h="47" w="42">
                  <a:moveTo>
                    <a:pt x="42" y="47"/>
                  </a:moveTo>
                  <a:lnTo>
                    <a:pt x="42" y="27"/>
                  </a:lnTo>
                  <a:lnTo>
                    <a:pt x="29" y="3"/>
                  </a:lnTo>
                  <a:lnTo>
                    <a:pt x="17" y="10"/>
                  </a:lnTo>
                  <a:lnTo>
                    <a:pt x="0" y="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33" y="30"/>
                  </a:lnTo>
                  <a:lnTo>
                    <a:pt x="42" y="47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91"/>
            <p:cNvSpPr/>
            <p:nvPr/>
          </p:nvSpPr>
          <p:spPr>
            <a:xfrm>
              <a:off x="5700787" y="1875809"/>
              <a:ext cx="330573" cy="282197"/>
            </a:xfrm>
            <a:custGeom>
              <a:rect b="b" l="l" r="r" t="t"/>
              <a:pathLst>
                <a:path extrusionOk="0" h="140" w="164">
                  <a:moveTo>
                    <a:pt x="164" y="12"/>
                  </a:moveTo>
                  <a:lnTo>
                    <a:pt x="164" y="22"/>
                  </a:lnTo>
                  <a:lnTo>
                    <a:pt x="139" y="22"/>
                  </a:lnTo>
                  <a:lnTo>
                    <a:pt x="127" y="28"/>
                  </a:lnTo>
                  <a:lnTo>
                    <a:pt x="127" y="62"/>
                  </a:lnTo>
                  <a:lnTo>
                    <a:pt x="116" y="69"/>
                  </a:lnTo>
                  <a:lnTo>
                    <a:pt x="116" y="104"/>
                  </a:lnTo>
                  <a:lnTo>
                    <a:pt x="81" y="124"/>
                  </a:lnTo>
                  <a:lnTo>
                    <a:pt x="81" y="140"/>
                  </a:lnTo>
                  <a:lnTo>
                    <a:pt x="6" y="140"/>
                  </a:lnTo>
                  <a:lnTo>
                    <a:pt x="22" y="113"/>
                  </a:lnTo>
                  <a:lnTo>
                    <a:pt x="0" y="101"/>
                  </a:lnTo>
                  <a:lnTo>
                    <a:pt x="0" y="49"/>
                  </a:lnTo>
                  <a:lnTo>
                    <a:pt x="62" y="14"/>
                  </a:lnTo>
                  <a:lnTo>
                    <a:pt x="101" y="14"/>
                  </a:lnTo>
                  <a:lnTo>
                    <a:pt x="109" y="0"/>
                  </a:lnTo>
                  <a:lnTo>
                    <a:pt x="127" y="0"/>
                  </a:lnTo>
                  <a:lnTo>
                    <a:pt x="127" y="18"/>
                  </a:lnTo>
                  <a:lnTo>
                    <a:pt x="139" y="12"/>
                  </a:lnTo>
                  <a:lnTo>
                    <a:pt x="164" y="12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91"/>
            <p:cNvSpPr/>
            <p:nvPr/>
          </p:nvSpPr>
          <p:spPr>
            <a:xfrm>
              <a:off x="4967075" y="3069097"/>
              <a:ext cx="64502" cy="90707"/>
            </a:xfrm>
            <a:custGeom>
              <a:rect b="b" l="l" r="r" t="t"/>
              <a:pathLst>
                <a:path extrusionOk="0" h="45" w="32">
                  <a:moveTo>
                    <a:pt x="0" y="22"/>
                  </a:moveTo>
                  <a:lnTo>
                    <a:pt x="0" y="45"/>
                  </a:lnTo>
                  <a:lnTo>
                    <a:pt x="20" y="45"/>
                  </a:lnTo>
                  <a:lnTo>
                    <a:pt x="32" y="23"/>
                  </a:lnTo>
                  <a:lnTo>
                    <a:pt x="32" y="0"/>
                  </a:lnTo>
                  <a:lnTo>
                    <a:pt x="31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91"/>
            <p:cNvSpPr/>
            <p:nvPr/>
          </p:nvSpPr>
          <p:spPr>
            <a:xfrm>
              <a:off x="1989901" y="769195"/>
              <a:ext cx="209632" cy="24188"/>
            </a:xfrm>
            <a:custGeom>
              <a:rect b="b" l="l" r="r" t="t"/>
              <a:pathLst>
                <a:path extrusionOk="0" h="12" w="104">
                  <a:moveTo>
                    <a:pt x="104" y="0"/>
                  </a:moveTo>
                  <a:lnTo>
                    <a:pt x="22" y="0"/>
                  </a:lnTo>
                  <a:lnTo>
                    <a:pt x="0" y="12"/>
                  </a:lnTo>
                  <a:lnTo>
                    <a:pt x="82" y="12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91"/>
            <p:cNvSpPr/>
            <p:nvPr/>
          </p:nvSpPr>
          <p:spPr>
            <a:xfrm>
              <a:off x="4360353" y="690583"/>
              <a:ext cx="235835" cy="76596"/>
            </a:xfrm>
            <a:custGeom>
              <a:rect b="b" l="l" r="r" t="t"/>
              <a:pathLst>
                <a:path extrusionOk="0" h="38" w="117">
                  <a:moveTo>
                    <a:pt x="76" y="21"/>
                  </a:moveTo>
                  <a:lnTo>
                    <a:pt x="76" y="21"/>
                  </a:lnTo>
                  <a:lnTo>
                    <a:pt x="95" y="21"/>
                  </a:lnTo>
                  <a:lnTo>
                    <a:pt x="117" y="9"/>
                  </a:lnTo>
                  <a:lnTo>
                    <a:pt x="117" y="0"/>
                  </a:lnTo>
                  <a:lnTo>
                    <a:pt x="68" y="0"/>
                  </a:lnTo>
                  <a:lnTo>
                    <a:pt x="53" y="10"/>
                  </a:lnTo>
                  <a:lnTo>
                    <a:pt x="0" y="10"/>
                  </a:lnTo>
                  <a:lnTo>
                    <a:pt x="49" y="38"/>
                  </a:lnTo>
                  <a:lnTo>
                    <a:pt x="76" y="21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91"/>
            <p:cNvSpPr/>
            <p:nvPr/>
          </p:nvSpPr>
          <p:spPr>
            <a:xfrm>
              <a:off x="1758096" y="2351511"/>
              <a:ext cx="274134" cy="96753"/>
            </a:xfrm>
            <a:custGeom>
              <a:rect b="b" l="l" r="r" t="t"/>
              <a:pathLst>
                <a:path extrusionOk="0" h="48" w="136">
                  <a:moveTo>
                    <a:pt x="136" y="48"/>
                  </a:moveTo>
                  <a:lnTo>
                    <a:pt x="52" y="0"/>
                  </a:lnTo>
                  <a:lnTo>
                    <a:pt x="30" y="0"/>
                  </a:lnTo>
                  <a:lnTo>
                    <a:pt x="0" y="17"/>
                  </a:lnTo>
                  <a:lnTo>
                    <a:pt x="53" y="17"/>
                  </a:lnTo>
                  <a:lnTo>
                    <a:pt x="106" y="48"/>
                  </a:lnTo>
                  <a:lnTo>
                    <a:pt x="136" y="48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91"/>
            <p:cNvSpPr/>
            <p:nvPr/>
          </p:nvSpPr>
          <p:spPr>
            <a:xfrm>
              <a:off x="7135959" y="3427890"/>
              <a:ext cx="1104598" cy="852637"/>
            </a:xfrm>
            <a:custGeom>
              <a:rect b="b" l="l" r="r" t="t"/>
              <a:pathLst>
                <a:path extrusionOk="0" h="423" w="548">
                  <a:moveTo>
                    <a:pt x="518" y="139"/>
                  </a:moveTo>
                  <a:lnTo>
                    <a:pt x="487" y="121"/>
                  </a:lnTo>
                  <a:lnTo>
                    <a:pt x="487" y="86"/>
                  </a:lnTo>
                  <a:lnTo>
                    <a:pt x="461" y="40"/>
                  </a:lnTo>
                  <a:lnTo>
                    <a:pt x="461" y="0"/>
                  </a:lnTo>
                  <a:lnTo>
                    <a:pt x="450" y="0"/>
                  </a:lnTo>
                  <a:lnTo>
                    <a:pt x="438" y="22"/>
                  </a:lnTo>
                  <a:lnTo>
                    <a:pt x="438" y="62"/>
                  </a:lnTo>
                  <a:lnTo>
                    <a:pt x="413" y="103"/>
                  </a:lnTo>
                  <a:lnTo>
                    <a:pt x="339" y="60"/>
                  </a:lnTo>
                  <a:lnTo>
                    <a:pt x="364" y="17"/>
                  </a:lnTo>
                  <a:lnTo>
                    <a:pt x="290" y="17"/>
                  </a:lnTo>
                  <a:lnTo>
                    <a:pt x="264" y="63"/>
                  </a:lnTo>
                  <a:lnTo>
                    <a:pt x="235" y="46"/>
                  </a:lnTo>
                  <a:lnTo>
                    <a:pt x="159" y="90"/>
                  </a:lnTo>
                  <a:lnTo>
                    <a:pt x="159" y="115"/>
                  </a:lnTo>
                  <a:lnTo>
                    <a:pt x="102" y="149"/>
                  </a:lnTo>
                  <a:lnTo>
                    <a:pt x="52" y="149"/>
                  </a:lnTo>
                  <a:lnTo>
                    <a:pt x="22" y="201"/>
                  </a:lnTo>
                  <a:lnTo>
                    <a:pt x="22" y="336"/>
                  </a:lnTo>
                  <a:lnTo>
                    <a:pt x="0" y="348"/>
                  </a:lnTo>
                  <a:lnTo>
                    <a:pt x="0" y="367"/>
                  </a:lnTo>
                  <a:lnTo>
                    <a:pt x="38" y="367"/>
                  </a:lnTo>
                  <a:lnTo>
                    <a:pt x="70" y="350"/>
                  </a:lnTo>
                  <a:lnTo>
                    <a:pt x="117" y="350"/>
                  </a:lnTo>
                  <a:lnTo>
                    <a:pt x="181" y="312"/>
                  </a:lnTo>
                  <a:lnTo>
                    <a:pt x="251" y="312"/>
                  </a:lnTo>
                  <a:lnTo>
                    <a:pt x="277" y="355"/>
                  </a:lnTo>
                  <a:lnTo>
                    <a:pt x="311" y="335"/>
                  </a:lnTo>
                  <a:lnTo>
                    <a:pt x="311" y="423"/>
                  </a:lnTo>
                  <a:lnTo>
                    <a:pt x="311" y="423"/>
                  </a:lnTo>
                  <a:lnTo>
                    <a:pt x="413" y="423"/>
                  </a:lnTo>
                  <a:lnTo>
                    <a:pt x="439" y="380"/>
                  </a:lnTo>
                  <a:lnTo>
                    <a:pt x="492" y="348"/>
                  </a:lnTo>
                  <a:lnTo>
                    <a:pt x="548" y="250"/>
                  </a:lnTo>
                  <a:lnTo>
                    <a:pt x="548" y="225"/>
                  </a:lnTo>
                  <a:lnTo>
                    <a:pt x="518" y="172"/>
                  </a:lnTo>
                  <a:lnTo>
                    <a:pt x="518" y="139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91"/>
            <p:cNvSpPr/>
            <p:nvPr/>
          </p:nvSpPr>
          <p:spPr>
            <a:xfrm>
              <a:off x="7260931" y="2932030"/>
              <a:ext cx="28220" cy="28220"/>
            </a:xfrm>
            <a:custGeom>
              <a:rect b="b" l="l" r="r" t="t"/>
              <a:pathLst>
                <a:path extrusionOk="0" h="14" w="14">
                  <a:moveTo>
                    <a:pt x="14" y="0"/>
                  </a:moveTo>
                  <a:lnTo>
                    <a:pt x="8" y="0"/>
                  </a:lnTo>
                  <a:lnTo>
                    <a:pt x="0" y="14"/>
                  </a:lnTo>
                  <a:lnTo>
                    <a:pt x="14" y="1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91"/>
            <p:cNvSpPr/>
            <p:nvPr/>
          </p:nvSpPr>
          <p:spPr>
            <a:xfrm>
              <a:off x="5269429" y="3460141"/>
              <a:ext cx="201569" cy="411201"/>
            </a:xfrm>
            <a:custGeom>
              <a:rect b="b" l="l" r="r" t="t"/>
              <a:pathLst>
                <a:path extrusionOk="0" h="204" w="100">
                  <a:moveTo>
                    <a:pt x="63" y="42"/>
                  </a:moveTo>
                  <a:lnTo>
                    <a:pt x="18" y="68"/>
                  </a:lnTo>
                  <a:lnTo>
                    <a:pt x="18" y="123"/>
                  </a:lnTo>
                  <a:lnTo>
                    <a:pt x="0" y="153"/>
                  </a:lnTo>
                  <a:lnTo>
                    <a:pt x="0" y="182"/>
                  </a:lnTo>
                  <a:lnTo>
                    <a:pt x="13" y="204"/>
                  </a:lnTo>
                  <a:lnTo>
                    <a:pt x="39" y="204"/>
                  </a:lnTo>
                  <a:lnTo>
                    <a:pt x="66" y="156"/>
                  </a:lnTo>
                  <a:lnTo>
                    <a:pt x="66" y="131"/>
                  </a:lnTo>
                  <a:lnTo>
                    <a:pt x="82" y="103"/>
                  </a:lnTo>
                  <a:lnTo>
                    <a:pt x="82" y="78"/>
                  </a:lnTo>
                  <a:lnTo>
                    <a:pt x="100" y="47"/>
                  </a:lnTo>
                  <a:lnTo>
                    <a:pt x="100" y="22"/>
                  </a:lnTo>
                  <a:lnTo>
                    <a:pt x="87" y="0"/>
                  </a:lnTo>
                  <a:lnTo>
                    <a:pt x="63" y="42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91"/>
            <p:cNvSpPr/>
            <p:nvPr/>
          </p:nvSpPr>
          <p:spPr>
            <a:xfrm>
              <a:off x="3916901" y="1256992"/>
              <a:ext cx="229789" cy="247930"/>
            </a:xfrm>
            <a:custGeom>
              <a:rect b="b" l="l" r="r" t="t"/>
              <a:pathLst>
                <a:path extrusionOk="0" h="123" w="114">
                  <a:moveTo>
                    <a:pt x="61" y="69"/>
                  </a:moveTo>
                  <a:lnTo>
                    <a:pt x="34" y="22"/>
                  </a:lnTo>
                  <a:lnTo>
                    <a:pt x="46" y="0"/>
                  </a:lnTo>
                  <a:lnTo>
                    <a:pt x="80" y="18"/>
                  </a:lnTo>
                  <a:lnTo>
                    <a:pt x="68" y="37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102" y="72"/>
                  </a:lnTo>
                  <a:lnTo>
                    <a:pt x="114" y="93"/>
                  </a:lnTo>
                  <a:lnTo>
                    <a:pt x="101" y="110"/>
                  </a:lnTo>
                  <a:lnTo>
                    <a:pt x="52" y="110"/>
                  </a:lnTo>
                  <a:lnTo>
                    <a:pt x="30" y="123"/>
                  </a:lnTo>
                  <a:lnTo>
                    <a:pt x="61" y="69"/>
                  </a:lnTo>
                  <a:close/>
                  <a:moveTo>
                    <a:pt x="17" y="53"/>
                  </a:moveTo>
                  <a:lnTo>
                    <a:pt x="0" y="62"/>
                  </a:lnTo>
                  <a:lnTo>
                    <a:pt x="22" y="75"/>
                  </a:lnTo>
                  <a:lnTo>
                    <a:pt x="31" y="61"/>
                  </a:lnTo>
                  <a:lnTo>
                    <a:pt x="17" y="5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91"/>
            <p:cNvSpPr/>
            <p:nvPr/>
          </p:nvSpPr>
          <p:spPr>
            <a:xfrm>
              <a:off x="2659110" y="1523063"/>
              <a:ext cx="139082" cy="58456"/>
            </a:xfrm>
            <a:custGeom>
              <a:rect b="b" l="l" r="r" t="t"/>
              <a:pathLst>
                <a:path extrusionOk="0" h="29" w="69">
                  <a:moveTo>
                    <a:pt x="0" y="29"/>
                  </a:moveTo>
                  <a:lnTo>
                    <a:pt x="53" y="29"/>
                  </a:lnTo>
                  <a:lnTo>
                    <a:pt x="69" y="0"/>
                  </a:lnTo>
                  <a:lnTo>
                    <a:pt x="17" y="0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91"/>
            <p:cNvSpPr/>
            <p:nvPr/>
          </p:nvSpPr>
          <p:spPr>
            <a:xfrm>
              <a:off x="2296286" y="1083643"/>
              <a:ext cx="76596" cy="30236"/>
            </a:xfrm>
            <a:custGeom>
              <a:rect b="b" l="l" r="r" t="t"/>
              <a:pathLst>
                <a:path extrusionOk="0" h="15" w="38">
                  <a:moveTo>
                    <a:pt x="0" y="15"/>
                  </a:moveTo>
                  <a:lnTo>
                    <a:pt x="29" y="15"/>
                  </a:lnTo>
                  <a:lnTo>
                    <a:pt x="38" y="0"/>
                  </a:lnTo>
                  <a:lnTo>
                    <a:pt x="9" y="0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91"/>
            <p:cNvSpPr/>
            <p:nvPr/>
          </p:nvSpPr>
          <p:spPr>
            <a:xfrm>
              <a:off x="2542200" y="984874"/>
              <a:ext cx="54423" cy="22173"/>
            </a:xfrm>
            <a:custGeom>
              <a:rect b="b" l="l" r="r" t="t"/>
              <a:pathLst>
                <a:path extrusionOk="0" h="11" w="27">
                  <a:moveTo>
                    <a:pt x="27" y="0"/>
                  </a:moveTo>
                  <a:lnTo>
                    <a:pt x="6" y="0"/>
                  </a:lnTo>
                  <a:lnTo>
                    <a:pt x="0" y="11"/>
                  </a:lnTo>
                  <a:lnTo>
                    <a:pt x="21" y="11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91"/>
            <p:cNvSpPr/>
            <p:nvPr/>
          </p:nvSpPr>
          <p:spPr>
            <a:xfrm>
              <a:off x="2304349" y="714771"/>
              <a:ext cx="88690" cy="20157"/>
            </a:xfrm>
            <a:custGeom>
              <a:rect b="b" l="l" r="r" t="t"/>
              <a:pathLst>
                <a:path extrusionOk="0" h="10" w="44">
                  <a:moveTo>
                    <a:pt x="44" y="0"/>
                  </a:moveTo>
                  <a:lnTo>
                    <a:pt x="6" y="0"/>
                  </a:lnTo>
                  <a:lnTo>
                    <a:pt x="0" y="10"/>
                  </a:lnTo>
                  <a:lnTo>
                    <a:pt x="37" y="1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91"/>
            <p:cNvSpPr/>
            <p:nvPr/>
          </p:nvSpPr>
          <p:spPr>
            <a:xfrm>
              <a:off x="2304349" y="825635"/>
              <a:ext cx="112879" cy="50393"/>
            </a:xfrm>
            <a:custGeom>
              <a:rect b="b" l="l" r="r" t="t"/>
              <a:pathLst>
                <a:path extrusionOk="0" h="25" w="56">
                  <a:moveTo>
                    <a:pt x="34" y="13"/>
                  </a:moveTo>
                  <a:lnTo>
                    <a:pt x="56" y="0"/>
                  </a:lnTo>
                  <a:lnTo>
                    <a:pt x="14" y="0"/>
                  </a:lnTo>
                  <a:lnTo>
                    <a:pt x="0" y="25"/>
                  </a:lnTo>
                  <a:lnTo>
                    <a:pt x="22" y="13"/>
                  </a:lnTo>
                  <a:lnTo>
                    <a:pt x="34" y="1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91"/>
            <p:cNvSpPr/>
            <p:nvPr/>
          </p:nvSpPr>
          <p:spPr>
            <a:xfrm>
              <a:off x="2352725" y="638175"/>
              <a:ext cx="739758" cy="155209"/>
            </a:xfrm>
            <a:custGeom>
              <a:rect b="b" l="l" r="r" t="t"/>
              <a:pathLst>
                <a:path extrusionOk="0" h="77" w="367">
                  <a:moveTo>
                    <a:pt x="127" y="47"/>
                  </a:moveTo>
                  <a:lnTo>
                    <a:pt x="117" y="65"/>
                  </a:lnTo>
                  <a:lnTo>
                    <a:pt x="0" y="65"/>
                  </a:lnTo>
                  <a:lnTo>
                    <a:pt x="22" y="77"/>
                  </a:lnTo>
                  <a:lnTo>
                    <a:pt x="152" y="77"/>
                  </a:lnTo>
                  <a:lnTo>
                    <a:pt x="251" y="21"/>
                  </a:lnTo>
                  <a:lnTo>
                    <a:pt x="331" y="21"/>
                  </a:lnTo>
                  <a:lnTo>
                    <a:pt x="367" y="0"/>
                  </a:lnTo>
                  <a:lnTo>
                    <a:pt x="224" y="0"/>
                  </a:lnTo>
                  <a:lnTo>
                    <a:pt x="202" y="13"/>
                  </a:lnTo>
                  <a:lnTo>
                    <a:pt x="144" y="13"/>
                  </a:lnTo>
                  <a:lnTo>
                    <a:pt x="122" y="25"/>
                  </a:lnTo>
                  <a:lnTo>
                    <a:pt x="67" y="25"/>
                  </a:lnTo>
                  <a:lnTo>
                    <a:pt x="80" y="47"/>
                  </a:lnTo>
                  <a:lnTo>
                    <a:pt x="127" y="47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91"/>
            <p:cNvSpPr/>
            <p:nvPr/>
          </p:nvSpPr>
          <p:spPr>
            <a:xfrm>
              <a:off x="2890914" y="640191"/>
              <a:ext cx="1060253" cy="594629"/>
            </a:xfrm>
            <a:custGeom>
              <a:rect b="b" l="l" r="r" t="t"/>
              <a:pathLst>
                <a:path extrusionOk="0" h="295" w="526">
                  <a:moveTo>
                    <a:pt x="405" y="155"/>
                  </a:moveTo>
                  <a:lnTo>
                    <a:pt x="413" y="140"/>
                  </a:lnTo>
                  <a:lnTo>
                    <a:pt x="390" y="101"/>
                  </a:lnTo>
                  <a:lnTo>
                    <a:pt x="429" y="101"/>
                  </a:lnTo>
                  <a:lnTo>
                    <a:pt x="448" y="68"/>
                  </a:lnTo>
                  <a:lnTo>
                    <a:pt x="435" y="46"/>
                  </a:lnTo>
                  <a:lnTo>
                    <a:pt x="464" y="29"/>
                  </a:lnTo>
                  <a:lnTo>
                    <a:pt x="497" y="29"/>
                  </a:lnTo>
                  <a:lnTo>
                    <a:pt x="497" y="29"/>
                  </a:lnTo>
                  <a:lnTo>
                    <a:pt x="526" y="13"/>
                  </a:lnTo>
                  <a:lnTo>
                    <a:pt x="420" y="13"/>
                  </a:lnTo>
                  <a:lnTo>
                    <a:pt x="398" y="0"/>
                  </a:lnTo>
                  <a:lnTo>
                    <a:pt x="260" y="0"/>
                  </a:lnTo>
                  <a:lnTo>
                    <a:pt x="249" y="18"/>
                  </a:lnTo>
                  <a:lnTo>
                    <a:pt x="113" y="18"/>
                  </a:lnTo>
                  <a:lnTo>
                    <a:pt x="54" y="52"/>
                  </a:lnTo>
                  <a:lnTo>
                    <a:pt x="0" y="52"/>
                  </a:lnTo>
                  <a:lnTo>
                    <a:pt x="13" y="74"/>
                  </a:lnTo>
                  <a:lnTo>
                    <a:pt x="94" y="74"/>
                  </a:lnTo>
                  <a:lnTo>
                    <a:pt x="94" y="74"/>
                  </a:lnTo>
                  <a:lnTo>
                    <a:pt x="94" y="112"/>
                  </a:lnTo>
                  <a:lnTo>
                    <a:pt x="117" y="152"/>
                  </a:lnTo>
                  <a:lnTo>
                    <a:pt x="73" y="178"/>
                  </a:lnTo>
                  <a:lnTo>
                    <a:pt x="73" y="261"/>
                  </a:lnTo>
                  <a:lnTo>
                    <a:pt x="133" y="295"/>
                  </a:lnTo>
                  <a:lnTo>
                    <a:pt x="186" y="203"/>
                  </a:lnTo>
                  <a:lnTo>
                    <a:pt x="267" y="203"/>
                  </a:lnTo>
                  <a:lnTo>
                    <a:pt x="268" y="203"/>
                  </a:lnTo>
                  <a:lnTo>
                    <a:pt x="285" y="173"/>
                  </a:lnTo>
                  <a:lnTo>
                    <a:pt x="331" y="173"/>
                  </a:lnTo>
                  <a:lnTo>
                    <a:pt x="341" y="155"/>
                  </a:lnTo>
                  <a:lnTo>
                    <a:pt x="405" y="155"/>
                  </a:lnTo>
                  <a:lnTo>
                    <a:pt x="405" y="155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91"/>
            <p:cNvSpPr/>
            <p:nvPr/>
          </p:nvSpPr>
          <p:spPr>
            <a:xfrm>
              <a:off x="1701656" y="831681"/>
              <a:ext cx="407170" cy="135052"/>
            </a:xfrm>
            <a:custGeom>
              <a:rect b="b" l="l" r="r" t="t"/>
              <a:pathLst>
                <a:path extrusionOk="0" h="67" w="202">
                  <a:moveTo>
                    <a:pt x="86" y="44"/>
                  </a:moveTo>
                  <a:lnTo>
                    <a:pt x="64" y="57"/>
                  </a:lnTo>
                  <a:lnTo>
                    <a:pt x="64" y="67"/>
                  </a:lnTo>
                  <a:lnTo>
                    <a:pt x="137" y="67"/>
                  </a:lnTo>
                  <a:lnTo>
                    <a:pt x="150" y="60"/>
                  </a:lnTo>
                  <a:lnTo>
                    <a:pt x="199" y="60"/>
                  </a:lnTo>
                  <a:lnTo>
                    <a:pt x="187" y="38"/>
                  </a:lnTo>
                  <a:lnTo>
                    <a:pt x="202" y="12"/>
                  </a:lnTo>
                  <a:lnTo>
                    <a:pt x="175" y="12"/>
                  </a:lnTo>
                  <a:lnTo>
                    <a:pt x="163" y="34"/>
                  </a:lnTo>
                  <a:lnTo>
                    <a:pt x="104" y="0"/>
                  </a:lnTo>
                  <a:lnTo>
                    <a:pt x="53" y="0"/>
                  </a:lnTo>
                  <a:lnTo>
                    <a:pt x="0" y="31"/>
                  </a:lnTo>
                  <a:lnTo>
                    <a:pt x="64" y="31"/>
                  </a:lnTo>
                  <a:lnTo>
                    <a:pt x="86" y="44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91"/>
            <p:cNvSpPr/>
            <p:nvPr/>
          </p:nvSpPr>
          <p:spPr>
            <a:xfrm>
              <a:off x="2389008" y="845792"/>
              <a:ext cx="473687" cy="332589"/>
            </a:xfrm>
            <a:custGeom>
              <a:rect b="b" l="l" r="r" t="t"/>
              <a:pathLst>
                <a:path extrusionOk="0" h="158" w="225">
                  <a:moveTo>
                    <a:pt x="197" y="107"/>
                  </a:moveTo>
                  <a:cubicBezTo>
                    <a:pt x="225" y="91"/>
                    <a:pt x="225" y="91"/>
                    <a:pt x="225" y="91"/>
                  </a:cubicBezTo>
                  <a:cubicBezTo>
                    <a:pt x="174" y="62"/>
                    <a:pt x="174" y="62"/>
                    <a:pt x="174" y="62"/>
                  </a:cubicBezTo>
                  <a:cubicBezTo>
                    <a:pt x="174" y="37"/>
                    <a:pt x="174" y="37"/>
                    <a:pt x="174" y="37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19"/>
                    <a:pt x="110" y="19"/>
                    <a:pt x="110" y="19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7" y="0"/>
                    <a:pt x="29" y="0"/>
                    <a:pt x="29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06" y="41"/>
                    <a:pt x="106" y="41"/>
                    <a:pt x="106" y="41"/>
                  </a:cubicBezTo>
                  <a:cubicBezTo>
                    <a:pt x="127" y="79"/>
                    <a:pt x="127" y="79"/>
                    <a:pt x="127" y="79"/>
                  </a:cubicBezTo>
                  <a:cubicBezTo>
                    <a:pt x="86" y="102"/>
                    <a:pt x="86" y="102"/>
                    <a:pt x="86" y="102"/>
                  </a:cubicBezTo>
                  <a:cubicBezTo>
                    <a:pt x="86" y="102"/>
                    <a:pt x="86" y="102"/>
                    <a:pt x="86" y="102"/>
                  </a:cubicBezTo>
                  <a:cubicBezTo>
                    <a:pt x="47" y="102"/>
                    <a:pt x="47" y="102"/>
                    <a:pt x="47" y="102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86" y="114"/>
                    <a:pt x="86" y="114"/>
                    <a:pt x="86" y="114"/>
                  </a:cubicBezTo>
                  <a:cubicBezTo>
                    <a:pt x="101" y="140"/>
                    <a:pt x="101" y="140"/>
                    <a:pt x="101" y="140"/>
                  </a:cubicBezTo>
                  <a:cubicBezTo>
                    <a:pt x="125" y="140"/>
                    <a:pt x="125" y="140"/>
                    <a:pt x="125" y="140"/>
                  </a:cubicBezTo>
                  <a:cubicBezTo>
                    <a:pt x="136" y="158"/>
                    <a:pt x="136" y="158"/>
                    <a:pt x="136" y="158"/>
                  </a:cubicBezTo>
                  <a:cubicBezTo>
                    <a:pt x="136" y="158"/>
                    <a:pt x="136" y="158"/>
                    <a:pt x="136" y="158"/>
                  </a:cubicBezTo>
                  <a:cubicBezTo>
                    <a:pt x="149" y="158"/>
                    <a:pt x="149" y="158"/>
                    <a:pt x="149" y="158"/>
                  </a:cubicBezTo>
                  <a:cubicBezTo>
                    <a:pt x="134" y="132"/>
                    <a:pt x="134" y="132"/>
                    <a:pt x="134" y="132"/>
                  </a:cubicBezTo>
                  <a:cubicBezTo>
                    <a:pt x="158" y="132"/>
                    <a:pt x="158" y="132"/>
                    <a:pt x="158" y="132"/>
                  </a:cubicBezTo>
                  <a:cubicBezTo>
                    <a:pt x="170" y="125"/>
                    <a:pt x="170" y="125"/>
                    <a:pt x="170" y="125"/>
                  </a:cubicBezTo>
                  <a:cubicBezTo>
                    <a:pt x="153" y="96"/>
                    <a:pt x="153" y="96"/>
                    <a:pt x="153" y="96"/>
                  </a:cubicBezTo>
                  <a:cubicBezTo>
                    <a:pt x="177" y="96"/>
                    <a:pt x="177" y="96"/>
                    <a:pt x="177" y="96"/>
                  </a:cubicBezTo>
                  <a:lnTo>
                    <a:pt x="197" y="107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91"/>
            <p:cNvSpPr/>
            <p:nvPr/>
          </p:nvSpPr>
          <p:spPr>
            <a:xfrm>
              <a:off x="2147125" y="843775"/>
              <a:ext cx="135051" cy="62487"/>
            </a:xfrm>
            <a:custGeom>
              <a:rect b="b" l="l" r="r" t="t"/>
              <a:pathLst>
                <a:path extrusionOk="0" h="31" w="67">
                  <a:moveTo>
                    <a:pt x="0" y="9"/>
                  </a:moveTo>
                  <a:lnTo>
                    <a:pt x="13" y="31"/>
                  </a:lnTo>
                  <a:lnTo>
                    <a:pt x="67" y="0"/>
                  </a:lnTo>
                  <a:lnTo>
                    <a:pt x="33" y="0"/>
                  </a:lnTo>
                  <a:lnTo>
                    <a:pt x="17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91"/>
            <p:cNvSpPr/>
            <p:nvPr/>
          </p:nvSpPr>
          <p:spPr>
            <a:xfrm>
              <a:off x="1915320" y="2492610"/>
              <a:ext cx="52500" cy="18000"/>
            </a:xfrm>
            <a:prstGeom prst="rect">
              <a:avLst/>
            </a:pr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91"/>
            <p:cNvSpPr/>
            <p:nvPr/>
          </p:nvSpPr>
          <p:spPr>
            <a:xfrm>
              <a:off x="2143093" y="954639"/>
              <a:ext cx="36300" cy="20100"/>
            </a:xfrm>
            <a:prstGeom prst="rect">
              <a:avLst/>
            </a:pr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91"/>
            <p:cNvSpPr/>
            <p:nvPr/>
          </p:nvSpPr>
          <p:spPr>
            <a:xfrm>
              <a:off x="6305494" y="2788917"/>
              <a:ext cx="48377" cy="88690"/>
            </a:xfrm>
            <a:custGeom>
              <a:rect b="b" l="l" r="r" t="t"/>
              <a:pathLst>
                <a:path extrusionOk="0" h="42" w="23">
                  <a:moveTo>
                    <a:pt x="0" y="0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13" y="11"/>
                    <a:pt x="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91"/>
            <p:cNvSpPr/>
            <p:nvPr/>
          </p:nvSpPr>
          <p:spPr>
            <a:xfrm>
              <a:off x="7341559" y="2500672"/>
              <a:ext cx="270103" cy="387012"/>
            </a:xfrm>
            <a:custGeom>
              <a:rect b="b" l="l" r="r" t="t"/>
              <a:pathLst>
                <a:path extrusionOk="0" h="192" w="134">
                  <a:moveTo>
                    <a:pt x="62" y="24"/>
                  </a:moveTo>
                  <a:lnTo>
                    <a:pt x="49" y="46"/>
                  </a:lnTo>
                  <a:lnTo>
                    <a:pt x="62" y="68"/>
                  </a:lnTo>
                  <a:lnTo>
                    <a:pt x="45" y="68"/>
                  </a:lnTo>
                  <a:lnTo>
                    <a:pt x="45" y="68"/>
                  </a:lnTo>
                  <a:lnTo>
                    <a:pt x="32" y="46"/>
                  </a:lnTo>
                  <a:lnTo>
                    <a:pt x="32" y="0"/>
                  </a:lnTo>
                  <a:lnTo>
                    <a:pt x="47" y="0"/>
                  </a:lnTo>
                  <a:lnTo>
                    <a:pt x="62" y="24"/>
                  </a:lnTo>
                  <a:close/>
                  <a:moveTo>
                    <a:pt x="134" y="154"/>
                  </a:moveTo>
                  <a:lnTo>
                    <a:pt x="124" y="137"/>
                  </a:lnTo>
                  <a:lnTo>
                    <a:pt x="95" y="154"/>
                  </a:lnTo>
                  <a:lnTo>
                    <a:pt x="74" y="154"/>
                  </a:lnTo>
                  <a:lnTo>
                    <a:pt x="74" y="167"/>
                  </a:lnTo>
                  <a:lnTo>
                    <a:pt x="99" y="167"/>
                  </a:lnTo>
                  <a:lnTo>
                    <a:pt x="99" y="185"/>
                  </a:lnTo>
                  <a:lnTo>
                    <a:pt x="112" y="192"/>
                  </a:lnTo>
                  <a:lnTo>
                    <a:pt x="134" y="180"/>
                  </a:lnTo>
                  <a:lnTo>
                    <a:pt x="134" y="154"/>
                  </a:lnTo>
                  <a:close/>
                  <a:moveTo>
                    <a:pt x="45" y="96"/>
                  </a:moveTo>
                  <a:lnTo>
                    <a:pt x="52" y="96"/>
                  </a:lnTo>
                  <a:lnTo>
                    <a:pt x="52" y="82"/>
                  </a:lnTo>
                  <a:lnTo>
                    <a:pt x="45" y="82"/>
                  </a:lnTo>
                  <a:lnTo>
                    <a:pt x="45" y="96"/>
                  </a:lnTo>
                  <a:close/>
                  <a:moveTo>
                    <a:pt x="3" y="153"/>
                  </a:moveTo>
                  <a:lnTo>
                    <a:pt x="29" y="138"/>
                  </a:lnTo>
                  <a:lnTo>
                    <a:pt x="26" y="132"/>
                  </a:lnTo>
                  <a:lnTo>
                    <a:pt x="0" y="146"/>
                  </a:lnTo>
                  <a:lnTo>
                    <a:pt x="3" y="153"/>
                  </a:lnTo>
                  <a:close/>
                  <a:moveTo>
                    <a:pt x="84" y="74"/>
                  </a:moveTo>
                  <a:lnTo>
                    <a:pt x="84" y="97"/>
                  </a:lnTo>
                  <a:lnTo>
                    <a:pt x="92" y="97"/>
                  </a:lnTo>
                  <a:lnTo>
                    <a:pt x="92" y="74"/>
                  </a:lnTo>
                  <a:lnTo>
                    <a:pt x="84" y="74"/>
                  </a:lnTo>
                  <a:close/>
                  <a:moveTo>
                    <a:pt x="84" y="112"/>
                  </a:moveTo>
                  <a:lnTo>
                    <a:pt x="66" y="112"/>
                  </a:lnTo>
                  <a:lnTo>
                    <a:pt x="66" y="133"/>
                  </a:lnTo>
                  <a:lnTo>
                    <a:pt x="84" y="133"/>
                  </a:lnTo>
                  <a:lnTo>
                    <a:pt x="84" y="112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91"/>
            <p:cNvSpPr/>
            <p:nvPr/>
          </p:nvSpPr>
          <p:spPr>
            <a:xfrm>
              <a:off x="4221270" y="3079176"/>
              <a:ext cx="28200" cy="30300"/>
            </a:xfrm>
            <a:prstGeom prst="rect">
              <a:avLst/>
            </a:pr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91"/>
            <p:cNvSpPr/>
            <p:nvPr/>
          </p:nvSpPr>
          <p:spPr>
            <a:xfrm>
              <a:off x="4104360" y="2704258"/>
              <a:ext cx="68533" cy="167303"/>
            </a:xfrm>
            <a:custGeom>
              <a:rect b="b" l="l" r="r" t="t"/>
              <a:pathLst>
                <a:path extrusionOk="0" h="83" w="34">
                  <a:moveTo>
                    <a:pt x="34" y="23"/>
                  </a:moveTo>
                  <a:lnTo>
                    <a:pt x="34" y="11"/>
                  </a:lnTo>
                  <a:lnTo>
                    <a:pt x="17" y="0"/>
                  </a:lnTo>
                  <a:lnTo>
                    <a:pt x="0" y="11"/>
                  </a:lnTo>
                  <a:lnTo>
                    <a:pt x="0" y="26"/>
                  </a:lnTo>
                  <a:lnTo>
                    <a:pt x="7" y="38"/>
                  </a:lnTo>
                  <a:lnTo>
                    <a:pt x="7" y="83"/>
                  </a:lnTo>
                  <a:lnTo>
                    <a:pt x="20" y="83"/>
                  </a:lnTo>
                  <a:lnTo>
                    <a:pt x="20" y="47"/>
                  </a:lnTo>
                  <a:lnTo>
                    <a:pt x="34" y="2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91"/>
            <p:cNvSpPr/>
            <p:nvPr/>
          </p:nvSpPr>
          <p:spPr>
            <a:xfrm>
              <a:off x="4144674" y="2641771"/>
              <a:ext cx="338636" cy="296307"/>
            </a:xfrm>
            <a:custGeom>
              <a:rect b="b" l="l" r="r" t="t"/>
              <a:pathLst>
                <a:path extrusionOk="0" h="141" w="160">
                  <a:moveTo>
                    <a:pt x="102" y="98"/>
                  </a:moveTo>
                  <a:cubicBezTo>
                    <a:pt x="116" y="106"/>
                    <a:pt x="116" y="106"/>
                    <a:pt x="116" y="106"/>
                  </a:cubicBezTo>
                  <a:cubicBezTo>
                    <a:pt x="116" y="106"/>
                    <a:pt x="116" y="106"/>
                    <a:pt x="116" y="106"/>
                  </a:cubicBezTo>
                  <a:cubicBezTo>
                    <a:pt x="141" y="61"/>
                    <a:pt x="141" y="61"/>
                    <a:pt x="141" y="61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60" y="25"/>
                    <a:pt x="160" y="25"/>
                    <a:pt x="160" y="25"/>
                  </a:cubicBezTo>
                  <a:cubicBezTo>
                    <a:pt x="148" y="6"/>
                    <a:pt x="148" y="6"/>
                    <a:pt x="148" y="6"/>
                  </a:cubicBezTo>
                  <a:cubicBezTo>
                    <a:pt x="148" y="6"/>
                    <a:pt x="147" y="6"/>
                    <a:pt x="147" y="6"/>
                  </a:cubicBezTo>
                  <a:cubicBezTo>
                    <a:pt x="145" y="6"/>
                    <a:pt x="105" y="6"/>
                    <a:pt x="105" y="6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25" y="109"/>
                    <a:pt x="25" y="109"/>
                    <a:pt x="25" y="109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85" y="141"/>
                    <a:pt x="85" y="141"/>
                    <a:pt x="85" y="141"/>
                  </a:cubicBezTo>
                  <a:cubicBezTo>
                    <a:pt x="85" y="128"/>
                    <a:pt x="85" y="128"/>
                    <a:pt x="85" y="128"/>
                  </a:cubicBezTo>
                  <a:lnTo>
                    <a:pt x="102" y="98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91"/>
            <p:cNvSpPr/>
            <p:nvPr/>
          </p:nvSpPr>
          <p:spPr>
            <a:xfrm>
              <a:off x="6773134" y="2420045"/>
              <a:ext cx="233820" cy="481751"/>
            </a:xfrm>
            <a:custGeom>
              <a:rect b="b" l="l" r="r" t="t"/>
              <a:pathLst>
                <a:path extrusionOk="0" h="239" w="116">
                  <a:moveTo>
                    <a:pt x="54" y="114"/>
                  </a:moveTo>
                  <a:lnTo>
                    <a:pt x="82" y="130"/>
                  </a:lnTo>
                  <a:lnTo>
                    <a:pt x="82" y="102"/>
                  </a:lnTo>
                  <a:lnTo>
                    <a:pt x="116" y="102"/>
                  </a:lnTo>
                  <a:lnTo>
                    <a:pt x="116" y="70"/>
                  </a:lnTo>
                  <a:lnTo>
                    <a:pt x="84" y="52"/>
                  </a:lnTo>
                  <a:lnTo>
                    <a:pt x="49" y="52"/>
                  </a:lnTo>
                  <a:lnTo>
                    <a:pt x="49" y="27"/>
                  </a:lnTo>
                  <a:lnTo>
                    <a:pt x="39" y="27"/>
                  </a:lnTo>
                  <a:lnTo>
                    <a:pt x="39" y="27"/>
                  </a:lnTo>
                  <a:lnTo>
                    <a:pt x="25" y="0"/>
                  </a:lnTo>
                  <a:lnTo>
                    <a:pt x="0" y="16"/>
                  </a:lnTo>
                  <a:lnTo>
                    <a:pt x="0" y="52"/>
                  </a:lnTo>
                  <a:lnTo>
                    <a:pt x="15" y="61"/>
                  </a:lnTo>
                  <a:lnTo>
                    <a:pt x="25" y="79"/>
                  </a:lnTo>
                  <a:lnTo>
                    <a:pt x="25" y="122"/>
                  </a:lnTo>
                  <a:lnTo>
                    <a:pt x="25" y="185"/>
                  </a:lnTo>
                  <a:lnTo>
                    <a:pt x="55" y="239"/>
                  </a:lnTo>
                  <a:lnTo>
                    <a:pt x="72" y="239"/>
                  </a:lnTo>
                  <a:lnTo>
                    <a:pt x="85" y="231"/>
                  </a:lnTo>
                  <a:lnTo>
                    <a:pt x="58" y="216"/>
                  </a:lnTo>
                  <a:lnTo>
                    <a:pt x="38" y="182"/>
                  </a:lnTo>
                  <a:lnTo>
                    <a:pt x="38" y="122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91"/>
            <p:cNvSpPr/>
            <p:nvPr/>
          </p:nvSpPr>
          <p:spPr>
            <a:xfrm>
              <a:off x="5025530" y="1994735"/>
              <a:ext cx="48377" cy="54424"/>
            </a:xfrm>
            <a:custGeom>
              <a:rect b="b" l="l" r="r" t="t"/>
              <a:pathLst>
                <a:path extrusionOk="0" h="27" w="24">
                  <a:moveTo>
                    <a:pt x="24" y="5"/>
                  </a:moveTo>
                  <a:lnTo>
                    <a:pt x="24" y="0"/>
                  </a:lnTo>
                  <a:lnTo>
                    <a:pt x="13" y="0"/>
                  </a:lnTo>
                  <a:lnTo>
                    <a:pt x="13" y="6"/>
                  </a:lnTo>
                  <a:lnTo>
                    <a:pt x="0" y="27"/>
                  </a:lnTo>
                  <a:lnTo>
                    <a:pt x="11" y="27"/>
                  </a:lnTo>
                  <a:lnTo>
                    <a:pt x="24" y="5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91"/>
            <p:cNvSpPr/>
            <p:nvPr/>
          </p:nvSpPr>
          <p:spPr>
            <a:xfrm>
              <a:off x="4767521" y="2089472"/>
              <a:ext cx="300337" cy="298322"/>
            </a:xfrm>
            <a:custGeom>
              <a:rect b="b" l="l" r="r" t="t"/>
              <a:pathLst>
                <a:path extrusionOk="0" h="148" w="149">
                  <a:moveTo>
                    <a:pt x="116" y="3"/>
                  </a:moveTo>
                  <a:lnTo>
                    <a:pt x="63" y="3"/>
                  </a:lnTo>
                  <a:lnTo>
                    <a:pt x="47" y="12"/>
                  </a:lnTo>
                  <a:lnTo>
                    <a:pt x="25" y="0"/>
                  </a:lnTo>
                  <a:lnTo>
                    <a:pt x="9" y="0"/>
                  </a:lnTo>
                  <a:lnTo>
                    <a:pt x="0" y="17"/>
                  </a:lnTo>
                  <a:lnTo>
                    <a:pt x="0" y="148"/>
                  </a:lnTo>
                  <a:lnTo>
                    <a:pt x="124" y="148"/>
                  </a:lnTo>
                  <a:lnTo>
                    <a:pt x="149" y="135"/>
                  </a:lnTo>
                  <a:lnTo>
                    <a:pt x="95" y="41"/>
                  </a:lnTo>
                  <a:lnTo>
                    <a:pt x="95" y="15"/>
                  </a:lnTo>
                  <a:lnTo>
                    <a:pt x="117" y="54"/>
                  </a:lnTo>
                  <a:lnTo>
                    <a:pt x="130" y="28"/>
                  </a:lnTo>
                  <a:lnTo>
                    <a:pt x="116" y="3"/>
                  </a:lnTo>
                  <a:lnTo>
                    <a:pt x="116" y="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91"/>
            <p:cNvSpPr/>
            <p:nvPr/>
          </p:nvSpPr>
          <p:spPr>
            <a:xfrm>
              <a:off x="5035609" y="1914107"/>
              <a:ext cx="149161" cy="135052"/>
            </a:xfrm>
            <a:custGeom>
              <a:rect b="b" l="l" r="r" t="t"/>
              <a:pathLst>
                <a:path extrusionOk="0" h="67" w="74">
                  <a:moveTo>
                    <a:pt x="19" y="45"/>
                  </a:moveTo>
                  <a:lnTo>
                    <a:pt x="6" y="67"/>
                  </a:lnTo>
                  <a:lnTo>
                    <a:pt x="17" y="67"/>
                  </a:lnTo>
                  <a:lnTo>
                    <a:pt x="43" y="52"/>
                  </a:lnTo>
                  <a:lnTo>
                    <a:pt x="74" y="35"/>
                  </a:lnTo>
                  <a:lnTo>
                    <a:pt x="74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8" y="21"/>
                  </a:lnTo>
                  <a:lnTo>
                    <a:pt x="8" y="40"/>
                  </a:lnTo>
                  <a:lnTo>
                    <a:pt x="19" y="40"/>
                  </a:lnTo>
                  <a:lnTo>
                    <a:pt x="19" y="45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91"/>
            <p:cNvSpPr/>
            <p:nvPr/>
          </p:nvSpPr>
          <p:spPr>
            <a:xfrm>
              <a:off x="4985216" y="2625645"/>
              <a:ext cx="421279" cy="338636"/>
            </a:xfrm>
            <a:custGeom>
              <a:rect b="b" l="l" r="r" t="t"/>
              <a:pathLst>
                <a:path extrusionOk="0" h="168" w="209">
                  <a:moveTo>
                    <a:pt x="187" y="98"/>
                  </a:moveTo>
                  <a:lnTo>
                    <a:pt x="152" y="77"/>
                  </a:lnTo>
                  <a:lnTo>
                    <a:pt x="141" y="59"/>
                  </a:lnTo>
                  <a:lnTo>
                    <a:pt x="130" y="53"/>
                  </a:lnTo>
                  <a:lnTo>
                    <a:pt x="130" y="37"/>
                  </a:lnTo>
                  <a:lnTo>
                    <a:pt x="116" y="14"/>
                  </a:lnTo>
                  <a:lnTo>
                    <a:pt x="92" y="0"/>
                  </a:lnTo>
                  <a:lnTo>
                    <a:pt x="50" y="0"/>
                  </a:lnTo>
                  <a:lnTo>
                    <a:pt x="50" y="11"/>
                  </a:lnTo>
                  <a:lnTo>
                    <a:pt x="22" y="58"/>
                  </a:lnTo>
                  <a:lnTo>
                    <a:pt x="22" y="86"/>
                  </a:lnTo>
                  <a:lnTo>
                    <a:pt x="0" y="99"/>
                  </a:lnTo>
                  <a:lnTo>
                    <a:pt x="23" y="113"/>
                  </a:lnTo>
                  <a:lnTo>
                    <a:pt x="47" y="152"/>
                  </a:lnTo>
                  <a:lnTo>
                    <a:pt x="73" y="168"/>
                  </a:lnTo>
                  <a:lnTo>
                    <a:pt x="120" y="168"/>
                  </a:lnTo>
                  <a:lnTo>
                    <a:pt x="140" y="155"/>
                  </a:lnTo>
                  <a:lnTo>
                    <a:pt x="176" y="155"/>
                  </a:lnTo>
                  <a:lnTo>
                    <a:pt x="209" y="98"/>
                  </a:lnTo>
                  <a:lnTo>
                    <a:pt x="187" y="98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91"/>
            <p:cNvSpPr/>
            <p:nvPr/>
          </p:nvSpPr>
          <p:spPr>
            <a:xfrm>
              <a:off x="3844336" y="1918139"/>
              <a:ext cx="560362" cy="554315"/>
            </a:xfrm>
            <a:custGeom>
              <a:rect b="b" l="l" r="r" t="t"/>
              <a:pathLst>
                <a:path extrusionOk="0" h="263" w="266">
                  <a:moveTo>
                    <a:pt x="64" y="79"/>
                  </a:moveTo>
                  <a:cubicBezTo>
                    <a:pt x="64" y="87"/>
                    <a:pt x="64" y="87"/>
                    <a:pt x="64" y="87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26" y="166"/>
                    <a:pt x="50" y="179"/>
                  </a:cubicBezTo>
                  <a:cubicBezTo>
                    <a:pt x="50" y="179"/>
                    <a:pt x="50" y="179"/>
                    <a:pt x="50" y="179"/>
                  </a:cubicBezTo>
                  <a:cubicBezTo>
                    <a:pt x="50" y="179"/>
                    <a:pt x="50" y="179"/>
                    <a:pt x="50" y="179"/>
                  </a:cubicBezTo>
                  <a:cubicBezTo>
                    <a:pt x="89" y="202"/>
                    <a:pt x="134" y="228"/>
                    <a:pt x="134" y="228"/>
                  </a:cubicBezTo>
                  <a:cubicBezTo>
                    <a:pt x="134" y="244"/>
                    <a:pt x="134" y="244"/>
                    <a:pt x="134" y="244"/>
                  </a:cubicBezTo>
                  <a:cubicBezTo>
                    <a:pt x="166" y="263"/>
                    <a:pt x="166" y="263"/>
                    <a:pt x="166" y="263"/>
                  </a:cubicBezTo>
                  <a:cubicBezTo>
                    <a:pt x="266" y="205"/>
                    <a:pt x="266" y="205"/>
                    <a:pt x="266" y="205"/>
                  </a:cubicBezTo>
                  <a:cubicBezTo>
                    <a:pt x="266" y="194"/>
                    <a:pt x="266" y="194"/>
                    <a:pt x="266" y="194"/>
                  </a:cubicBezTo>
                  <a:cubicBezTo>
                    <a:pt x="228" y="171"/>
                    <a:pt x="228" y="171"/>
                    <a:pt x="228" y="171"/>
                  </a:cubicBezTo>
                  <a:cubicBezTo>
                    <a:pt x="239" y="151"/>
                    <a:pt x="239" y="151"/>
                    <a:pt x="239" y="151"/>
                  </a:cubicBezTo>
                  <a:cubicBezTo>
                    <a:pt x="239" y="97"/>
                    <a:pt x="239" y="97"/>
                    <a:pt x="239" y="97"/>
                  </a:cubicBezTo>
                  <a:cubicBezTo>
                    <a:pt x="212" y="49"/>
                    <a:pt x="212" y="49"/>
                    <a:pt x="212" y="49"/>
                  </a:cubicBezTo>
                  <a:cubicBezTo>
                    <a:pt x="220" y="35"/>
                    <a:pt x="220" y="35"/>
                    <a:pt x="220" y="35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59"/>
                    <a:pt x="98" y="59"/>
                    <a:pt x="98" y="59"/>
                  </a:cubicBezTo>
                  <a:lnTo>
                    <a:pt x="64" y="79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91"/>
            <p:cNvSpPr/>
            <p:nvPr/>
          </p:nvSpPr>
          <p:spPr>
            <a:xfrm>
              <a:off x="5212990" y="2706273"/>
              <a:ext cx="276149" cy="417248"/>
            </a:xfrm>
            <a:custGeom>
              <a:rect b="b" l="l" r="r" t="t"/>
              <a:pathLst>
                <a:path extrusionOk="0" h="207" w="137">
                  <a:moveTo>
                    <a:pt x="111" y="0"/>
                  </a:moveTo>
                  <a:lnTo>
                    <a:pt x="72" y="23"/>
                  </a:lnTo>
                  <a:lnTo>
                    <a:pt x="47" y="23"/>
                  </a:lnTo>
                  <a:lnTo>
                    <a:pt x="41" y="12"/>
                  </a:lnTo>
                  <a:lnTo>
                    <a:pt x="28" y="19"/>
                  </a:lnTo>
                  <a:lnTo>
                    <a:pt x="39" y="37"/>
                  </a:lnTo>
                  <a:lnTo>
                    <a:pt x="74" y="58"/>
                  </a:lnTo>
                  <a:lnTo>
                    <a:pt x="96" y="58"/>
                  </a:lnTo>
                  <a:lnTo>
                    <a:pt x="63" y="115"/>
                  </a:lnTo>
                  <a:lnTo>
                    <a:pt x="27" y="115"/>
                  </a:lnTo>
                  <a:lnTo>
                    <a:pt x="7" y="128"/>
                  </a:lnTo>
                  <a:lnTo>
                    <a:pt x="0" y="139"/>
                  </a:lnTo>
                  <a:lnTo>
                    <a:pt x="0" y="195"/>
                  </a:lnTo>
                  <a:lnTo>
                    <a:pt x="7" y="207"/>
                  </a:lnTo>
                  <a:lnTo>
                    <a:pt x="32" y="165"/>
                  </a:lnTo>
                  <a:lnTo>
                    <a:pt x="88" y="132"/>
                  </a:lnTo>
                  <a:lnTo>
                    <a:pt x="137" y="47"/>
                  </a:lnTo>
                  <a:lnTo>
                    <a:pt x="137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91"/>
            <p:cNvSpPr/>
            <p:nvPr/>
          </p:nvSpPr>
          <p:spPr>
            <a:xfrm>
              <a:off x="4402682" y="3258572"/>
              <a:ext cx="340651" cy="387012"/>
            </a:xfrm>
            <a:custGeom>
              <a:rect b="b" l="l" r="r" t="t"/>
              <a:pathLst>
                <a:path extrusionOk="0" h="192" w="169">
                  <a:moveTo>
                    <a:pt x="101" y="192"/>
                  </a:moveTo>
                  <a:lnTo>
                    <a:pt x="149" y="192"/>
                  </a:lnTo>
                  <a:lnTo>
                    <a:pt x="168" y="180"/>
                  </a:lnTo>
                  <a:lnTo>
                    <a:pt x="141" y="166"/>
                  </a:lnTo>
                  <a:lnTo>
                    <a:pt x="141" y="113"/>
                  </a:lnTo>
                  <a:lnTo>
                    <a:pt x="169" y="113"/>
                  </a:lnTo>
                  <a:lnTo>
                    <a:pt x="169" y="83"/>
                  </a:lnTo>
                  <a:lnTo>
                    <a:pt x="141" y="83"/>
                  </a:lnTo>
                  <a:lnTo>
                    <a:pt x="141" y="30"/>
                  </a:lnTo>
                  <a:lnTo>
                    <a:pt x="135" y="19"/>
                  </a:lnTo>
                  <a:lnTo>
                    <a:pt x="105" y="19"/>
                  </a:lnTo>
                  <a:lnTo>
                    <a:pt x="105" y="35"/>
                  </a:lnTo>
                  <a:lnTo>
                    <a:pt x="77" y="35"/>
                  </a:lnTo>
                  <a:lnTo>
                    <a:pt x="57" y="0"/>
                  </a:lnTo>
                  <a:lnTo>
                    <a:pt x="30" y="0"/>
                  </a:lnTo>
                  <a:lnTo>
                    <a:pt x="12" y="11"/>
                  </a:lnTo>
                  <a:lnTo>
                    <a:pt x="25" y="33"/>
                  </a:lnTo>
                  <a:lnTo>
                    <a:pt x="25" y="99"/>
                  </a:lnTo>
                  <a:lnTo>
                    <a:pt x="0" y="142"/>
                  </a:lnTo>
                  <a:lnTo>
                    <a:pt x="0" y="178"/>
                  </a:lnTo>
                  <a:lnTo>
                    <a:pt x="78" y="178"/>
                  </a:lnTo>
                  <a:lnTo>
                    <a:pt x="101" y="192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91"/>
            <p:cNvSpPr/>
            <p:nvPr/>
          </p:nvSpPr>
          <p:spPr>
            <a:xfrm>
              <a:off x="4402682" y="3617365"/>
              <a:ext cx="382981" cy="364840"/>
            </a:xfrm>
            <a:custGeom>
              <a:rect b="b" l="l" r="r" t="t"/>
              <a:pathLst>
                <a:path extrusionOk="0" h="181" w="190">
                  <a:moveTo>
                    <a:pt x="186" y="2"/>
                  </a:moveTo>
                  <a:lnTo>
                    <a:pt x="168" y="2"/>
                  </a:lnTo>
                  <a:lnTo>
                    <a:pt x="149" y="14"/>
                  </a:lnTo>
                  <a:lnTo>
                    <a:pt x="101" y="14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14"/>
                  </a:lnTo>
                  <a:lnTo>
                    <a:pt x="37" y="79"/>
                  </a:lnTo>
                  <a:lnTo>
                    <a:pt x="37" y="137"/>
                  </a:lnTo>
                  <a:lnTo>
                    <a:pt x="63" y="181"/>
                  </a:lnTo>
                  <a:lnTo>
                    <a:pt x="74" y="174"/>
                  </a:lnTo>
                  <a:lnTo>
                    <a:pt x="109" y="174"/>
                  </a:lnTo>
                  <a:lnTo>
                    <a:pt x="109" y="75"/>
                  </a:lnTo>
                  <a:lnTo>
                    <a:pt x="124" y="75"/>
                  </a:lnTo>
                  <a:lnTo>
                    <a:pt x="124" y="23"/>
                  </a:lnTo>
                  <a:lnTo>
                    <a:pt x="165" y="23"/>
                  </a:lnTo>
                  <a:lnTo>
                    <a:pt x="172" y="11"/>
                  </a:lnTo>
                  <a:lnTo>
                    <a:pt x="190" y="11"/>
                  </a:lnTo>
                  <a:lnTo>
                    <a:pt x="186" y="2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91"/>
            <p:cNvSpPr/>
            <p:nvPr/>
          </p:nvSpPr>
          <p:spPr>
            <a:xfrm>
              <a:off x="4328102" y="3006611"/>
              <a:ext cx="147145" cy="193506"/>
            </a:xfrm>
            <a:custGeom>
              <a:rect b="b" l="l" r="r" t="t"/>
              <a:pathLst>
                <a:path extrusionOk="0" h="96" w="73">
                  <a:moveTo>
                    <a:pt x="38" y="71"/>
                  </a:moveTo>
                  <a:lnTo>
                    <a:pt x="73" y="71"/>
                  </a:lnTo>
                  <a:lnTo>
                    <a:pt x="73" y="48"/>
                  </a:lnTo>
                  <a:lnTo>
                    <a:pt x="67" y="38"/>
                  </a:lnTo>
                  <a:lnTo>
                    <a:pt x="73" y="26"/>
                  </a:lnTo>
                  <a:lnTo>
                    <a:pt x="73" y="13"/>
                  </a:lnTo>
                  <a:lnTo>
                    <a:pt x="58" y="13"/>
                  </a:lnTo>
                  <a:lnTo>
                    <a:pt x="58" y="0"/>
                  </a:lnTo>
                  <a:lnTo>
                    <a:pt x="34" y="0"/>
                  </a:lnTo>
                  <a:lnTo>
                    <a:pt x="34" y="13"/>
                  </a:lnTo>
                  <a:lnTo>
                    <a:pt x="0" y="13"/>
                  </a:lnTo>
                  <a:lnTo>
                    <a:pt x="0" y="51"/>
                  </a:lnTo>
                  <a:lnTo>
                    <a:pt x="27" y="96"/>
                  </a:lnTo>
                  <a:lnTo>
                    <a:pt x="38" y="90"/>
                  </a:lnTo>
                  <a:lnTo>
                    <a:pt x="38" y="71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91"/>
            <p:cNvSpPr/>
            <p:nvPr/>
          </p:nvSpPr>
          <p:spPr>
            <a:xfrm>
              <a:off x="4382525" y="2962266"/>
              <a:ext cx="203584" cy="276150"/>
            </a:xfrm>
            <a:custGeom>
              <a:rect b="b" l="l" r="r" t="t"/>
              <a:pathLst>
                <a:path extrusionOk="0" h="131" w="96">
                  <a:moveTo>
                    <a:pt x="79" y="0"/>
                  </a:moveTo>
                  <a:cubicBezTo>
                    <a:pt x="67" y="21"/>
                    <a:pt x="67" y="21"/>
                    <a:pt x="67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44" y="67"/>
                    <a:pt x="44" y="67"/>
                    <a:pt x="44" y="67"/>
                  </a:cubicBezTo>
                  <a:cubicBezTo>
                    <a:pt x="44" y="89"/>
                    <a:pt x="44" y="89"/>
                    <a:pt x="44" y="89"/>
                  </a:cubicBezTo>
                  <a:cubicBezTo>
                    <a:pt x="10" y="89"/>
                    <a:pt x="10" y="89"/>
                    <a:pt x="10" y="89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10" y="131"/>
                    <a:pt x="10" y="131"/>
                    <a:pt x="10" y="131"/>
                  </a:cubicBezTo>
                  <a:cubicBezTo>
                    <a:pt x="26" y="121"/>
                    <a:pt x="26" y="121"/>
                    <a:pt x="26" y="121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7" y="125"/>
                    <a:pt x="47" y="125"/>
                    <a:pt x="47" y="125"/>
                  </a:cubicBezTo>
                  <a:cubicBezTo>
                    <a:pt x="67" y="113"/>
                    <a:pt x="67" y="113"/>
                    <a:pt x="67" y="113"/>
                  </a:cubicBezTo>
                  <a:cubicBezTo>
                    <a:pt x="67" y="83"/>
                    <a:pt x="67" y="83"/>
                    <a:pt x="67" y="83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96" y="16"/>
                    <a:pt x="96" y="16"/>
                    <a:pt x="96" y="16"/>
                  </a:cubicBezTo>
                  <a:cubicBezTo>
                    <a:pt x="96" y="16"/>
                    <a:pt x="96" y="8"/>
                    <a:pt x="96" y="0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91"/>
            <p:cNvSpPr/>
            <p:nvPr/>
          </p:nvSpPr>
          <p:spPr>
            <a:xfrm>
              <a:off x="6005155" y="1408169"/>
              <a:ext cx="1439203" cy="1011876"/>
            </a:xfrm>
            <a:custGeom>
              <a:rect b="b" l="l" r="r" t="t"/>
              <a:pathLst>
                <a:path extrusionOk="0" h="502" w="714">
                  <a:moveTo>
                    <a:pt x="413" y="498"/>
                  </a:moveTo>
                  <a:lnTo>
                    <a:pt x="388" y="454"/>
                  </a:lnTo>
                  <a:lnTo>
                    <a:pt x="365" y="454"/>
                  </a:lnTo>
                  <a:lnTo>
                    <a:pt x="365" y="436"/>
                  </a:lnTo>
                  <a:lnTo>
                    <a:pt x="379" y="428"/>
                  </a:lnTo>
                  <a:lnTo>
                    <a:pt x="380" y="397"/>
                  </a:lnTo>
                  <a:lnTo>
                    <a:pt x="356" y="384"/>
                  </a:lnTo>
                  <a:lnTo>
                    <a:pt x="335" y="371"/>
                  </a:lnTo>
                  <a:lnTo>
                    <a:pt x="304" y="371"/>
                  </a:lnTo>
                  <a:lnTo>
                    <a:pt x="283" y="410"/>
                  </a:lnTo>
                  <a:lnTo>
                    <a:pt x="244" y="410"/>
                  </a:lnTo>
                  <a:lnTo>
                    <a:pt x="244" y="391"/>
                  </a:lnTo>
                  <a:lnTo>
                    <a:pt x="231" y="391"/>
                  </a:lnTo>
                  <a:lnTo>
                    <a:pt x="201" y="391"/>
                  </a:lnTo>
                  <a:lnTo>
                    <a:pt x="141" y="357"/>
                  </a:lnTo>
                  <a:lnTo>
                    <a:pt x="123" y="357"/>
                  </a:lnTo>
                  <a:lnTo>
                    <a:pt x="95" y="341"/>
                  </a:lnTo>
                  <a:lnTo>
                    <a:pt x="95" y="317"/>
                  </a:lnTo>
                  <a:lnTo>
                    <a:pt x="85" y="299"/>
                  </a:lnTo>
                  <a:lnTo>
                    <a:pt x="105" y="288"/>
                  </a:lnTo>
                  <a:lnTo>
                    <a:pt x="105" y="275"/>
                  </a:lnTo>
                  <a:lnTo>
                    <a:pt x="89" y="267"/>
                  </a:lnTo>
                  <a:lnTo>
                    <a:pt x="71" y="276"/>
                  </a:lnTo>
                  <a:lnTo>
                    <a:pt x="52" y="276"/>
                  </a:lnTo>
                  <a:lnTo>
                    <a:pt x="13" y="254"/>
                  </a:lnTo>
                  <a:lnTo>
                    <a:pt x="13" y="244"/>
                  </a:lnTo>
                  <a:lnTo>
                    <a:pt x="0" y="221"/>
                  </a:lnTo>
                  <a:lnTo>
                    <a:pt x="0" y="204"/>
                  </a:lnTo>
                  <a:lnTo>
                    <a:pt x="27" y="188"/>
                  </a:lnTo>
                  <a:lnTo>
                    <a:pt x="48" y="188"/>
                  </a:lnTo>
                  <a:lnTo>
                    <a:pt x="71" y="175"/>
                  </a:lnTo>
                  <a:lnTo>
                    <a:pt x="71" y="159"/>
                  </a:lnTo>
                  <a:lnTo>
                    <a:pt x="71" y="146"/>
                  </a:lnTo>
                  <a:lnTo>
                    <a:pt x="71" y="145"/>
                  </a:lnTo>
                  <a:lnTo>
                    <a:pt x="61" y="128"/>
                  </a:lnTo>
                  <a:lnTo>
                    <a:pt x="73" y="128"/>
                  </a:lnTo>
                  <a:lnTo>
                    <a:pt x="111" y="63"/>
                  </a:lnTo>
                  <a:lnTo>
                    <a:pt x="179" y="101"/>
                  </a:lnTo>
                  <a:lnTo>
                    <a:pt x="194" y="128"/>
                  </a:lnTo>
                  <a:lnTo>
                    <a:pt x="217" y="128"/>
                  </a:lnTo>
                  <a:lnTo>
                    <a:pt x="277" y="163"/>
                  </a:lnTo>
                  <a:lnTo>
                    <a:pt x="340" y="163"/>
                  </a:lnTo>
                  <a:lnTo>
                    <a:pt x="367" y="179"/>
                  </a:lnTo>
                  <a:lnTo>
                    <a:pt x="394" y="179"/>
                  </a:lnTo>
                  <a:lnTo>
                    <a:pt x="413" y="168"/>
                  </a:lnTo>
                  <a:lnTo>
                    <a:pt x="445" y="168"/>
                  </a:lnTo>
                  <a:lnTo>
                    <a:pt x="455" y="150"/>
                  </a:lnTo>
                  <a:lnTo>
                    <a:pt x="455" y="129"/>
                  </a:lnTo>
                  <a:lnTo>
                    <a:pt x="480" y="129"/>
                  </a:lnTo>
                  <a:lnTo>
                    <a:pt x="498" y="118"/>
                  </a:lnTo>
                  <a:lnTo>
                    <a:pt x="498" y="106"/>
                  </a:lnTo>
                  <a:lnTo>
                    <a:pt x="533" y="106"/>
                  </a:lnTo>
                  <a:lnTo>
                    <a:pt x="533" y="93"/>
                  </a:lnTo>
                  <a:lnTo>
                    <a:pt x="516" y="83"/>
                  </a:lnTo>
                  <a:lnTo>
                    <a:pt x="470" y="83"/>
                  </a:lnTo>
                  <a:lnTo>
                    <a:pt x="470" y="83"/>
                  </a:lnTo>
                  <a:lnTo>
                    <a:pt x="470" y="53"/>
                  </a:lnTo>
                  <a:lnTo>
                    <a:pt x="491" y="53"/>
                  </a:lnTo>
                  <a:lnTo>
                    <a:pt x="491" y="0"/>
                  </a:lnTo>
                  <a:lnTo>
                    <a:pt x="530" y="0"/>
                  </a:lnTo>
                  <a:lnTo>
                    <a:pt x="656" y="72"/>
                  </a:lnTo>
                  <a:lnTo>
                    <a:pt x="656" y="90"/>
                  </a:lnTo>
                  <a:lnTo>
                    <a:pt x="678" y="90"/>
                  </a:lnTo>
                  <a:lnTo>
                    <a:pt x="702" y="76"/>
                  </a:lnTo>
                  <a:lnTo>
                    <a:pt x="714" y="97"/>
                  </a:lnTo>
                  <a:lnTo>
                    <a:pt x="714" y="134"/>
                  </a:lnTo>
                  <a:lnTo>
                    <a:pt x="690" y="134"/>
                  </a:lnTo>
                  <a:lnTo>
                    <a:pt x="705" y="159"/>
                  </a:lnTo>
                  <a:lnTo>
                    <a:pt x="705" y="159"/>
                  </a:lnTo>
                  <a:lnTo>
                    <a:pt x="705" y="159"/>
                  </a:lnTo>
                  <a:lnTo>
                    <a:pt x="671" y="176"/>
                  </a:lnTo>
                  <a:lnTo>
                    <a:pt x="659" y="176"/>
                  </a:lnTo>
                  <a:lnTo>
                    <a:pt x="641" y="205"/>
                  </a:lnTo>
                  <a:lnTo>
                    <a:pt x="641" y="205"/>
                  </a:lnTo>
                  <a:lnTo>
                    <a:pt x="619" y="218"/>
                  </a:lnTo>
                  <a:lnTo>
                    <a:pt x="603" y="190"/>
                  </a:lnTo>
                  <a:lnTo>
                    <a:pt x="590" y="190"/>
                  </a:lnTo>
                  <a:lnTo>
                    <a:pt x="567" y="229"/>
                  </a:lnTo>
                  <a:lnTo>
                    <a:pt x="595" y="246"/>
                  </a:lnTo>
                  <a:lnTo>
                    <a:pt x="641" y="246"/>
                  </a:lnTo>
                  <a:lnTo>
                    <a:pt x="641" y="246"/>
                  </a:lnTo>
                  <a:lnTo>
                    <a:pt x="641" y="252"/>
                  </a:lnTo>
                  <a:lnTo>
                    <a:pt x="607" y="272"/>
                  </a:lnTo>
                  <a:lnTo>
                    <a:pt x="607" y="291"/>
                  </a:lnTo>
                  <a:lnTo>
                    <a:pt x="632" y="291"/>
                  </a:lnTo>
                  <a:lnTo>
                    <a:pt x="664" y="346"/>
                  </a:lnTo>
                  <a:lnTo>
                    <a:pt x="664" y="398"/>
                  </a:lnTo>
                  <a:lnTo>
                    <a:pt x="618" y="478"/>
                  </a:lnTo>
                  <a:lnTo>
                    <a:pt x="586" y="478"/>
                  </a:lnTo>
                  <a:lnTo>
                    <a:pt x="544" y="502"/>
                  </a:lnTo>
                  <a:lnTo>
                    <a:pt x="538" y="489"/>
                  </a:lnTo>
                  <a:lnTo>
                    <a:pt x="502" y="489"/>
                  </a:lnTo>
                  <a:lnTo>
                    <a:pt x="489" y="469"/>
                  </a:lnTo>
                  <a:lnTo>
                    <a:pt x="464" y="469"/>
                  </a:lnTo>
                  <a:lnTo>
                    <a:pt x="413" y="498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91"/>
            <p:cNvSpPr/>
            <p:nvPr/>
          </p:nvSpPr>
          <p:spPr>
            <a:xfrm>
              <a:off x="6494969" y="2260806"/>
              <a:ext cx="126988" cy="143115"/>
            </a:xfrm>
            <a:custGeom>
              <a:rect b="b" l="l" r="r" t="t"/>
              <a:pathLst>
                <a:path extrusionOk="0" h="71" w="63">
                  <a:moveTo>
                    <a:pt x="47" y="33"/>
                  </a:moveTo>
                  <a:lnTo>
                    <a:pt x="53" y="23"/>
                  </a:lnTo>
                  <a:lnTo>
                    <a:pt x="53" y="10"/>
                  </a:lnTo>
                  <a:lnTo>
                    <a:pt x="18" y="10"/>
                  </a:lnTo>
                  <a:lnTo>
                    <a:pt x="11" y="0"/>
                  </a:lnTo>
                  <a:lnTo>
                    <a:pt x="0" y="6"/>
                  </a:lnTo>
                  <a:lnTo>
                    <a:pt x="0" y="39"/>
                  </a:lnTo>
                  <a:lnTo>
                    <a:pt x="11" y="59"/>
                  </a:lnTo>
                  <a:lnTo>
                    <a:pt x="28" y="59"/>
                  </a:lnTo>
                  <a:lnTo>
                    <a:pt x="45" y="50"/>
                  </a:lnTo>
                  <a:lnTo>
                    <a:pt x="56" y="71"/>
                  </a:lnTo>
                  <a:lnTo>
                    <a:pt x="63" y="60"/>
                  </a:lnTo>
                  <a:lnTo>
                    <a:pt x="47" y="3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91"/>
            <p:cNvSpPr/>
            <p:nvPr/>
          </p:nvSpPr>
          <p:spPr>
            <a:xfrm>
              <a:off x="4785663" y="3573019"/>
              <a:ext cx="197538" cy="199554"/>
            </a:xfrm>
            <a:custGeom>
              <a:rect b="b" l="l" r="r" t="t"/>
              <a:pathLst>
                <a:path extrusionOk="0" h="99" w="98">
                  <a:moveTo>
                    <a:pt x="25" y="33"/>
                  </a:moveTo>
                  <a:lnTo>
                    <a:pt x="0" y="33"/>
                  </a:lnTo>
                  <a:lnTo>
                    <a:pt x="39" y="99"/>
                  </a:lnTo>
                  <a:lnTo>
                    <a:pt x="74" y="99"/>
                  </a:lnTo>
                  <a:lnTo>
                    <a:pt x="98" y="58"/>
                  </a:lnTo>
                  <a:lnTo>
                    <a:pt x="98" y="20"/>
                  </a:lnTo>
                  <a:lnTo>
                    <a:pt x="64" y="0"/>
                  </a:lnTo>
                  <a:lnTo>
                    <a:pt x="44" y="0"/>
                  </a:lnTo>
                  <a:lnTo>
                    <a:pt x="25" y="3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91"/>
            <p:cNvSpPr/>
            <p:nvPr/>
          </p:nvSpPr>
          <p:spPr>
            <a:xfrm>
              <a:off x="3598422" y="2559128"/>
              <a:ext cx="145130" cy="120941"/>
            </a:xfrm>
            <a:custGeom>
              <a:rect b="b" l="l" r="r" t="t"/>
              <a:pathLst>
                <a:path extrusionOk="0" h="60" w="72">
                  <a:moveTo>
                    <a:pt x="63" y="34"/>
                  </a:moveTo>
                  <a:lnTo>
                    <a:pt x="45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0" y="22"/>
                  </a:lnTo>
                  <a:lnTo>
                    <a:pt x="10" y="39"/>
                  </a:lnTo>
                  <a:lnTo>
                    <a:pt x="47" y="39"/>
                  </a:lnTo>
                  <a:lnTo>
                    <a:pt x="47" y="47"/>
                  </a:lnTo>
                  <a:lnTo>
                    <a:pt x="14" y="47"/>
                  </a:lnTo>
                  <a:lnTo>
                    <a:pt x="22" y="60"/>
                  </a:lnTo>
                  <a:lnTo>
                    <a:pt x="72" y="60"/>
                  </a:lnTo>
                  <a:lnTo>
                    <a:pt x="72" y="47"/>
                  </a:lnTo>
                  <a:lnTo>
                    <a:pt x="63" y="34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91"/>
            <p:cNvSpPr/>
            <p:nvPr/>
          </p:nvSpPr>
          <p:spPr>
            <a:xfrm>
              <a:off x="3830226" y="2744572"/>
              <a:ext cx="165287" cy="183428"/>
            </a:xfrm>
            <a:custGeom>
              <a:rect b="b" l="l" r="r" t="t"/>
              <a:pathLst>
                <a:path extrusionOk="0" h="91" w="82">
                  <a:moveTo>
                    <a:pt x="63" y="11"/>
                  </a:moveTo>
                  <a:lnTo>
                    <a:pt x="44" y="0"/>
                  </a:lnTo>
                  <a:lnTo>
                    <a:pt x="11" y="0"/>
                  </a:lnTo>
                  <a:lnTo>
                    <a:pt x="11" y="45"/>
                  </a:lnTo>
                  <a:lnTo>
                    <a:pt x="0" y="51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18" y="73"/>
                  </a:lnTo>
                  <a:lnTo>
                    <a:pt x="18" y="91"/>
                  </a:lnTo>
                  <a:lnTo>
                    <a:pt x="40" y="79"/>
                  </a:lnTo>
                  <a:lnTo>
                    <a:pt x="76" y="79"/>
                  </a:lnTo>
                  <a:lnTo>
                    <a:pt x="76" y="58"/>
                  </a:lnTo>
                  <a:lnTo>
                    <a:pt x="82" y="46"/>
                  </a:lnTo>
                  <a:lnTo>
                    <a:pt x="82" y="11"/>
                  </a:lnTo>
                  <a:lnTo>
                    <a:pt x="63" y="11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91"/>
            <p:cNvSpPr/>
            <p:nvPr/>
          </p:nvSpPr>
          <p:spPr>
            <a:xfrm>
              <a:off x="3664939" y="2680069"/>
              <a:ext cx="187459" cy="167303"/>
            </a:xfrm>
            <a:custGeom>
              <a:rect b="b" l="l" r="r" t="t"/>
              <a:pathLst>
                <a:path extrusionOk="0" h="83" w="93">
                  <a:moveTo>
                    <a:pt x="77" y="6"/>
                  </a:moveTo>
                  <a:lnTo>
                    <a:pt x="49" y="6"/>
                  </a:lnTo>
                  <a:lnTo>
                    <a:pt x="39" y="0"/>
                  </a:lnTo>
                  <a:lnTo>
                    <a:pt x="18" y="0"/>
                  </a:lnTo>
                  <a:lnTo>
                    <a:pt x="18" y="9"/>
                  </a:lnTo>
                  <a:lnTo>
                    <a:pt x="0" y="20"/>
                  </a:lnTo>
                  <a:lnTo>
                    <a:pt x="17" y="48"/>
                  </a:lnTo>
                  <a:lnTo>
                    <a:pt x="28" y="42"/>
                  </a:lnTo>
                  <a:lnTo>
                    <a:pt x="46" y="42"/>
                  </a:lnTo>
                  <a:lnTo>
                    <a:pt x="54" y="56"/>
                  </a:lnTo>
                  <a:lnTo>
                    <a:pt x="54" y="67"/>
                  </a:lnTo>
                  <a:lnTo>
                    <a:pt x="82" y="83"/>
                  </a:lnTo>
                  <a:lnTo>
                    <a:pt x="93" y="77"/>
                  </a:lnTo>
                  <a:lnTo>
                    <a:pt x="93" y="32"/>
                  </a:lnTo>
                  <a:lnTo>
                    <a:pt x="77" y="6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91"/>
            <p:cNvSpPr/>
            <p:nvPr/>
          </p:nvSpPr>
          <p:spPr>
            <a:xfrm>
              <a:off x="4430902" y="1611754"/>
              <a:ext cx="157224" cy="135052"/>
            </a:xfrm>
            <a:custGeom>
              <a:rect b="b" l="l" r="r" t="t"/>
              <a:pathLst>
                <a:path extrusionOk="0" h="67" w="78">
                  <a:moveTo>
                    <a:pt x="46" y="29"/>
                  </a:moveTo>
                  <a:lnTo>
                    <a:pt x="78" y="29"/>
                  </a:lnTo>
                  <a:lnTo>
                    <a:pt x="78" y="12"/>
                  </a:lnTo>
                  <a:lnTo>
                    <a:pt x="51" y="12"/>
                  </a:lnTo>
                  <a:lnTo>
                    <a:pt x="31" y="0"/>
                  </a:lnTo>
                  <a:lnTo>
                    <a:pt x="21" y="16"/>
                  </a:lnTo>
                  <a:lnTo>
                    <a:pt x="0" y="16"/>
                  </a:lnTo>
                  <a:lnTo>
                    <a:pt x="9" y="32"/>
                  </a:lnTo>
                  <a:lnTo>
                    <a:pt x="25" y="32"/>
                  </a:lnTo>
                  <a:lnTo>
                    <a:pt x="33" y="46"/>
                  </a:lnTo>
                  <a:lnTo>
                    <a:pt x="68" y="67"/>
                  </a:lnTo>
                  <a:lnTo>
                    <a:pt x="46" y="29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91"/>
            <p:cNvSpPr/>
            <p:nvPr/>
          </p:nvSpPr>
          <p:spPr>
            <a:xfrm>
              <a:off x="4588126" y="1635942"/>
              <a:ext cx="92722" cy="114895"/>
            </a:xfrm>
            <a:custGeom>
              <a:rect b="b" l="l" r="r" t="t"/>
              <a:pathLst>
                <a:path extrusionOk="0" h="57" w="46">
                  <a:moveTo>
                    <a:pt x="46" y="35"/>
                  </a:moveTo>
                  <a:lnTo>
                    <a:pt x="46" y="35"/>
                  </a:lnTo>
                  <a:lnTo>
                    <a:pt x="24" y="2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7"/>
                  </a:lnTo>
                  <a:lnTo>
                    <a:pt x="0" y="43"/>
                  </a:lnTo>
                  <a:lnTo>
                    <a:pt x="11" y="50"/>
                  </a:lnTo>
                  <a:lnTo>
                    <a:pt x="24" y="57"/>
                  </a:lnTo>
                  <a:lnTo>
                    <a:pt x="46" y="57"/>
                  </a:lnTo>
                  <a:lnTo>
                    <a:pt x="46" y="35"/>
                  </a:lnTo>
                  <a:lnTo>
                    <a:pt x="46" y="35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91"/>
            <p:cNvSpPr/>
            <p:nvPr/>
          </p:nvSpPr>
          <p:spPr>
            <a:xfrm>
              <a:off x="4610297" y="1736727"/>
              <a:ext cx="26203" cy="84659"/>
            </a:xfrm>
            <a:custGeom>
              <a:rect b="b" l="l" r="r" t="t"/>
              <a:pathLst>
                <a:path extrusionOk="0" h="42" w="13">
                  <a:moveTo>
                    <a:pt x="0" y="17"/>
                  </a:moveTo>
                  <a:lnTo>
                    <a:pt x="0" y="42"/>
                  </a:lnTo>
                  <a:lnTo>
                    <a:pt x="13" y="35"/>
                  </a:lnTo>
                  <a:lnTo>
                    <a:pt x="13" y="29"/>
                  </a:lnTo>
                  <a:lnTo>
                    <a:pt x="13" y="29"/>
                  </a:lnTo>
                  <a:lnTo>
                    <a:pt x="13" y="29"/>
                  </a:lnTo>
                  <a:lnTo>
                    <a:pt x="13" y="7"/>
                  </a:lnTo>
                  <a:lnTo>
                    <a:pt x="0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91"/>
            <p:cNvSpPr/>
            <p:nvPr/>
          </p:nvSpPr>
          <p:spPr>
            <a:xfrm>
              <a:off x="4608282" y="1575471"/>
              <a:ext cx="233820" cy="147146"/>
            </a:xfrm>
            <a:custGeom>
              <a:rect b="b" l="l" r="r" t="t"/>
              <a:pathLst>
                <a:path extrusionOk="0" h="73" w="116">
                  <a:moveTo>
                    <a:pt x="0" y="30"/>
                  </a:moveTo>
                  <a:lnTo>
                    <a:pt x="14" y="52"/>
                  </a:lnTo>
                  <a:lnTo>
                    <a:pt x="36" y="65"/>
                  </a:lnTo>
                  <a:lnTo>
                    <a:pt x="36" y="65"/>
                  </a:lnTo>
                  <a:lnTo>
                    <a:pt x="36" y="65"/>
                  </a:lnTo>
                  <a:lnTo>
                    <a:pt x="89" y="65"/>
                  </a:lnTo>
                  <a:lnTo>
                    <a:pt x="104" y="73"/>
                  </a:lnTo>
                  <a:lnTo>
                    <a:pt x="116" y="52"/>
                  </a:lnTo>
                  <a:lnTo>
                    <a:pt x="116" y="47"/>
                  </a:lnTo>
                  <a:lnTo>
                    <a:pt x="104" y="47"/>
                  </a:lnTo>
                  <a:lnTo>
                    <a:pt x="76" y="0"/>
                  </a:lnTo>
                  <a:lnTo>
                    <a:pt x="19" y="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91"/>
            <p:cNvSpPr/>
            <p:nvPr/>
          </p:nvSpPr>
          <p:spPr>
            <a:xfrm>
              <a:off x="4610297" y="1770993"/>
              <a:ext cx="171333" cy="199554"/>
            </a:xfrm>
            <a:custGeom>
              <a:rect b="b" l="l" r="r" t="t"/>
              <a:pathLst>
                <a:path extrusionOk="0" h="99" w="85">
                  <a:moveTo>
                    <a:pt x="80" y="99"/>
                  </a:moveTo>
                  <a:lnTo>
                    <a:pt x="46" y="99"/>
                  </a:lnTo>
                  <a:lnTo>
                    <a:pt x="46" y="91"/>
                  </a:lnTo>
                  <a:lnTo>
                    <a:pt x="80" y="91"/>
                  </a:lnTo>
                  <a:lnTo>
                    <a:pt x="80" y="99"/>
                  </a:lnTo>
                  <a:close/>
                  <a:moveTo>
                    <a:pt x="35" y="0"/>
                  </a:moveTo>
                  <a:lnTo>
                    <a:pt x="13" y="12"/>
                  </a:lnTo>
                  <a:lnTo>
                    <a:pt x="13" y="18"/>
                  </a:lnTo>
                  <a:lnTo>
                    <a:pt x="0" y="25"/>
                  </a:lnTo>
                  <a:lnTo>
                    <a:pt x="30" y="77"/>
                  </a:lnTo>
                  <a:lnTo>
                    <a:pt x="42" y="55"/>
                  </a:lnTo>
                  <a:lnTo>
                    <a:pt x="30" y="33"/>
                  </a:lnTo>
                  <a:lnTo>
                    <a:pt x="42" y="11"/>
                  </a:lnTo>
                  <a:lnTo>
                    <a:pt x="85" y="11"/>
                  </a:lnTo>
                  <a:lnTo>
                    <a:pt x="8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91"/>
            <p:cNvSpPr/>
            <p:nvPr/>
          </p:nvSpPr>
          <p:spPr>
            <a:xfrm>
              <a:off x="4477263" y="2730461"/>
              <a:ext cx="366856" cy="276150"/>
            </a:xfrm>
            <a:custGeom>
              <a:rect b="b" l="l" r="r" t="t"/>
              <a:pathLst>
                <a:path extrusionOk="0" h="131" w="174">
                  <a:moveTo>
                    <a:pt x="89" y="23"/>
                  </a:moveTo>
                  <a:cubicBezTo>
                    <a:pt x="42" y="50"/>
                    <a:pt x="42" y="50"/>
                    <a:pt x="42" y="50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22" y="131"/>
                    <a:pt x="22" y="131"/>
                    <a:pt x="22" y="13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51" y="110"/>
                    <a:pt x="51" y="110"/>
                    <a:pt x="51" y="110"/>
                  </a:cubicBezTo>
                  <a:cubicBezTo>
                    <a:pt x="51" y="104"/>
                    <a:pt x="51" y="97"/>
                    <a:pt x="51" y="97"/>
                  </a:cubicBezTo>
                  <a:cubicBezTo>
                    <a:pt x="69" y="87"/>
                    <a:pt x="69" y="87"/>
                    <a:pt x="69" y="87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123" y="89"/>
                    <a:pt x="123" y="89"/>
                    <a:pt x="123" y="89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57" y="61"/>
                    <a:pt x="157" y="61"/>
                    <a:pt x="157" y="61"/>
                  </a:cubicBezTo>
                  <a:cubicBezTo>
                    <a:pt x="129" y="45"/>
                    <a:pt x="129" y="45"/>
                    <a:pt x="129" y="45"/>
                  </a:cubicBezTo>
                  <a:cubicBezTo>
                    <a:pt x="129" y="29"/>
                    <a:pt x="129" y="29"/>
                    <a:pt x="129" y="29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02" y="0"/>
                    <a:pt x="102" y="0"/>
                    <a:pt x="102" y="0"/>
                  </a:cubicBezTo>
                  <a:lnTo>
                    <a:pt x="89" y="2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91"/>
            <p:cNvSpPr/>
            <p:nvPr/>
          </p:nvSpPr>
          <p:spPr>
            <a:xfrm>
              <a:off x="4749381" y="2698210"/>
              <a:ext cx="330573" cy="264056"/>
            </a:xfrm>
            <a:custGeom>
              <a:rect b="b" l="l" r="r" t="t"/>
              <a:pathLst>
                <a:path extrusionOk="0" h="131" w="164">
                  <a:moveTo>
                    <a:pt x="30" y="80"/>
                  </a:moveTo>
                  <a:lnTo>
                    <a:pt x="47" y="109"/>
                  </a:lnTo>
                  <a:lnTo>
                    <a:pt x="54" y="120"/>
                  </a:lnTo>
                  <a:lnTo>
                    <a:pt x="85" y="120"/>
                  </a:lnTo>
                  <a:lnTo>
                    <a:pt x="91" y="131"/>
                  </a:lnTo>
                  <a:lnTo>
                    <a:pt x="114" y="131"/>
                  </a:lnTo>
                  <a:lnTo>
                    <a:pt x="139" y="116"/>
                  </a:lnTo>
                  <a:lnTo>
                    <a:pt x="164" y="116"/>
                  </a:lnTo>
                  <a:lnTo>
                    <a:pt x="140" y="77"/>
                  </a:lnTo>
                  <a:lnTo>
                    <a:pt x="117" y="63"/>
                  </a:lnTo>
                  <a:lnTo>
                    <a:pt x="139" y="50"/>
                  </a:lnTo>
                  <a:lnTo>
                    <a:pt x="139" y="22"/>
                  </a:lnTo>
                  <a:lnTo>
                    <a:pt x="122" y="22"/>
                  </a:lnTo>
                  <a:lnTo>
                    <a:pt x="111" y="28"/>
                  </a:lnTo>
                  <a:lnTo>
                    <a:pt x="99" y="28"/>
                  </a:lnTo>
                  <a:lnTo>
                    <a:pt x="99" y="0"/>
                  </a:lnTo>
                  <a:lnTo>
                    <a:pt x="75" y="14"/>
                  </a:lnTo>
                  <a:lnTo>
                    <a:pt x="75" y="26"/>
                  </a:lnTo>
                  <a:lnTo>
                    <a:pt x="48" y="42"/>
                  </a:lnTo>
                  <a:lnTo>
                    <a:pt x="42" y="30"/>
                  </a:lnTo>
                  <a:lnTo>
                    <a:pt x="27" y="30"/>
                  </a:lnTo>
                  <a:lnTo>
                    <a:pt x="0" y="46"/>
                  </a:lnTo>
                  <a:lnTo>
                    <a:pt x="0" y="63"/>
                  </a:lnTo>
                  <a:lnTo>
                    <a:pt x="30" y="8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91"/>
            <p:cNvSpPr/>
            <p:nvPr/>
          </p:nvSpPr>
          <p:spPr>
            <a:xfrm>
              <a:off x="4455090" y="2347480"/>
              <a:ext cx="282197" cy="487797"/>
            </a:xfrm>
            <a:custGeom>
              <a:rect b="b" l="l" r="r" t="t"/>
              <a:pathLst>
                <a:path extrusionOk="0" h="231" w="134">
                  <a:moveTo>
                    <a:pt x="18" y="9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45"/>
                    <a:pt x="1" y="145"/>
                    <a:pt x="1" y="145"/>
                  </a:cubicBezTo>
                  <a:cubicBezTo>
                    <a:pt x="13" y="164"/>
                    <a:pt x="13" y="164"/>
                    <a:pt x="13" y="164"/>
                  </a:cubicBezTo>
                  <a:cubicBezTo>
                    <a:pt x="13" y="188"/>
                    <a:pt x="13" y="188"/>
                    <a:pt x="13" y="188"/>
                  </a:cubicBezTo>
                  <a:cubicBezTo>
                    <a:pt x="24" y="209"/>
                    <a:pt x="24" y="209"/>
                    <a:pt x="24" y="209"/>
                  </a:cubicBezTo>
                  <a:cubicBezTo>
                    <a:pt x="6" y="209"/>
                    <a:pt x="6" y="209"/>
                    <a:pt x="6" y="209"/>
                  </a:cubicBezTo>
                  <a:cubicBezTo>
                    <a:pt x="6" y="219"/>
                    <a:pt x="6" y="219"/>
                    <a:pt x="6" y="219"/>
                  </a:cubicBezTo>
                  <a:cubicBezTo>
                    <a:pt x="27" y="231"/>
                    <a:pt x="27" y="231"/>
                    <a:pt x="27" y="231"/>
                  </a:cubicBezTo>
                  <a:cubicBezTo>
                    <a:pt x="53" y="231"/>
                    <a:pt x="53" y="231"/>
                    <a:pt x="53" y="231"/>
                  </a:cubicBezTo>
                  <a:cubicBezTo>
                    <a:pt x="100" y="204"/>
                    <a:pt x="100" y="204"/>
                    <a:pt x="100" y="204"/>
                  </a:cubicBezTo>
                  <a:cubicBezTo>
                    <a:pt x="113" y="181"/>
                    <a:pt x="113" y="181"/>
                    <a:pt x="113" y="181"/>
                  </a:cubicBezTo>
                  <a:cubicBezTo>
                    <a:pt x="123" y="181"/>
                    <a:pt x="123" y="181"/>
                    <a:pt x="123" y="181"/>
                  </a:cubicBezTo>
                  <a:cubicBezTo>
                    <a:pt x="123" y="167"/>
                    <a:pt x="123" y="167"/>
                    <a:pt x="123" y="167"/>
                  </a:cubicBezTo>
                  <a:cubicBezTo>
                    <a:pt x="107" y="138"/>
                    <a:pt x="107" y="138"/>
                    <a:pt x="107" y="138"/>
                  </a:cubicBezTo>
                  <a:cubicBezTo>
                    <a:pt x="123" y="111"/>
                    <a:pt x="123" y="111"/>
                    <a:pt x="123" y="111"/>
                  </a:cubicBezTo>
                  <a:cubicBezTo>
                    <a:pt x="134" y="111"/>
                    <a:pt x="134" y="111"/>
                    <a:pt x="134" y="111"/>
                  </a:cubicBezTo>
                  <a:cubicBezTo>
                    <a:pt x="134" y="57"/>
                    <a:pt x="134" y="57"/>
                    <a:pt x="134" y="57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18" y="9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91"/>
            <p:cNvSpPr/>
            <p:nvPr/>
          </p:nvSpPr>
          <p:spPr>
            <a:xfrm>
              <a:off x="3719363" y="1950390"/>
              <a:ext cx="330573" cy="253977"/>
            </a:xfrm>
            <a:custGeom>
              <a:rect b="b" l="l" r="r" t="t"/>
              <a:pathLst>
                <a:path extrusionOk="0" h="126" w="164">
                  <a:moveTo>
                    <a:pt x="117" y="14"/>
                  </a:moveTo>
                  <a:lnTo>
                    <a:pt x="109" y="0"/>
                  </a:lnTo>
                  <a:lnTo>
                    <a:pt x="93" y="28"/>
                  </a:lnTo>
                  <a:lnTo>
                    <a:pt x="48" y="54"/>
                  </a:lnTo>
                  <a:lnTo>
                    <a:pt x="48" y="98"/>
                  </a:lnTo>
                  <a:lnTo>
                    <a:pt x="0" y="126"/>
                  </a:lnTo>
                  <a:lnTo>
                    <a:pt x="62" y="126"/>
                  </a:lnTo>
                  <a:lnTo>
                    <a:pt x="62" y="114"/>
                  </a:lnTo>
                  <a:lnTo>
                    <a:pt x="129" y="75"/>
                  </a:lnTo>
                  <a:lnTo>
                    <a:pt x="129" y="67"/>
                  </a:lnTo>
                  <a:lnTo>
                    <a:pt x="164" y="46"/>
                  </a:lnTo>
                  <a:lnTo>
                    <a:pt x="164" y="14"/>
                  </a:lnTo>
                  <a:lnTo>
                    <a:pt x="117" y="14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91"/>
            <p:cNvSpPr/>
            <p:nvPr/>
          </p:nvSpPr>
          <p:spPr>
            <a:xfrm>
              <a:off x="3918916" y="2607505"/>
              <a:ext cx="219710" cy="159240"/>
            </a:xfrm>
            <a:custGeom>
              <a:rect b="b" l="l" r="r" t="t"/>
              <a:pathLst>
                <a:path extrusionOk="0" h="75" w="104">
                  <a:moveTo>
                    <a:pt x="74" y="13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36" y="75"/>
                    <a:pt x="36" y="75"/>
                    <a:pt x="36" y="75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56"/>
                    <a:pt x="61" y="56"/>
                    <a:pt x="75" y="56"/>
                  </a:cubicBezTo>
                  <a:cubicBezTo>
                    <a:pt x="80" y="56"/>
                    <a:pt x="88" y="56"/>
                    <a:pt x="88" y="56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31"/>
                    <a:pt x="104" y="31"/>
                    <a:pt x="104" y="31"/>
                  </a:cubicBezTo>
                  <a:lnTo>
                    <a:pt x="74" y="1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91"/>
            <p:cNvSpPr/>
            <p:nvPr/>
          </p:nvSpPr>
          <p:spPr>
            <a:xfrm>
              <a:off x="4027764" y="1492827"/>
              <a:ext cx="300337" cy="278165"/>
            </a:xfrm>
            <a:custGeom>
              <a:rect b="b" l="l" r="r" t="t"/>
              <a:pathLst>
                <a:path extrusionOk="0" h="138" w="149">
                  <a:moveTo>
                    <a:pt x="149" y="124"/>
                  </a:moveTo>
                  <a:lnTo>
                    <a:pt x="149" y="138"/>
                  </a:lnTo>
                  <a:lnTo>
                    <a:pt x="143" y="138"/>
                  </a:lnTo>
                  <a:lnTo>
                    <a:pt x="143" y="124"/>
                  </a:lnTo>
                  <a:lnTo>
                    <a:pt x="149" y="124"/>
                  </a:lnTo>
                  <a:close/>
                  <a:moveTo>
                    <a:pt x="121" y="74"/>
                  </a:moveTo>
                  <a:lnTo>
                    <a:pt x="110" y="68"/>
                  </a:lnTo>
                  <a:lnTo>
                    <a:pt x="120" y="50"/>
                  </a:lnTo>
                  <a:lnTo>
                    <a:pt x="133" y="28"/>
                  </a:lnTo>
                  <a:lnTo>
                    <a:pt x="117" y="20"/>
                  </a:lnTo>
                  <a:lnTo>
                    <a:pt x="110" y="15"/>
                  </a:lnTo>
                  <a:lnTo>
                    <a:pt x="83" y="0"/>
                  </a:lnTo>
                  <a:lnTo>
                    <a:pt x="25" y="34"/>
                  </a:lnTo>
                  <a:lnTo>
                    <a:pt x="0" y="34"/>
                  </a:lnTo>
                  <a:lnTo>
                    <a:pt x="27" y="81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20" y="119"/>
                  </a:lnTo>
                  <a:lnTo>
                    <a:pt x="46" y="119"/>
                  </a:lnTo>
                  <a:lnTo>
                    <a:pt x="67" y="131"/>
                  </a:lnTo>
                  <a:lnTo>
                    <a:pt x="79" y="109"/>
                  </a:lnTo>
                  <a:lnTo>
                    <a:pt x="121" y="109"/>
                  </a:lnTo>
                  <a:lnTo>
                    <a:pt x="136" y="100"/>
                  </a:lnTo>
                  <a:lnTo>
                    <a:pt x="121" y="74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91"/>
            <p:cNvSpPr/>
            <p:nvPr/>
          </p:nvSpPr>
          <p:spPr>
            <a:xfrm>
              <a:off x="4517577" y="1535158"/>
              <a:ext cx="129004" cy="38299"/>
            </a:xfrm>
            <a:custGeom>
              <a:rect b="b" l="l" r="r" t="t"/>
              <a:pathLst>
                <a:path extrusionOk="0" h="19" w="64">
                  <a:moveTo>
                    <a:pt x="0" y="10"/>
                  </a:moveTo>
                  <a:lnTo>
                    <a:pt x="0" y="19"/>
                  </a:lnTo>
                  <a:lnTo>
                    <a:pt x="64" y="19"/>
                  </a:lnTo>
                  <a:lnTo>
                    <a:pt x="64" y="0"/>
                  </a:lnTo>
                  <a:lnTo>
                    <a:pt x="18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91"/>
            <p:cNvSpPr/>
            <p:nvPr/>
          </p:nvSpPr>
          <p:spPr>
            <a:xfrm>
              <a:off x="4388573" y="966733"/>
              <a:ext cx="247929" cy="368872"/>
            </a:xfrm>
            <a:custGeom>
              <a:rect b="b" l="l" r="r" t="t"/>
              <a:pathLst>
                <a:path extrusionOk="0" h="175" w="118">
                  <a:moveTo>
                    <a:pt x="79" y="145"/>
                  </a:moveTo>
                  <a:cubicBezTo>
                    <a:pt x="79" y="156"/>
                    <a:pt x="79" y="156"/>
                    <a:pt x="79" y="156"/>
                  </a:cubicBezTo>
                  <a:cubicBezTo>
                    <a:pt x="71" y="156"/>
                    <a:pt x="71" y="156"/>
                    <a:pt x="71" y="156"/>
                  </a:cubicBezTo>
                  <a:cubicBezTo>
                    <a:pt x="71" y="145"/>
                    <a:pt x="71" y="145"/>
                    <a:pt x="71" y="145"/>
                  </a:cubicBezTo>
                  <a:lnTo>
                    <a:pt x="79" y="145"/>
                  </a:lnTo>
                  <a:close/>
                  <a:moveTo>
                    <a:pt x="112" y="0"/>
                  </a:moveTo>
                  <a:cubicBezTo>
                    <a:pt x="106" y="0"/>
                    <a:pt x="95" y="0"/>
                    <a:pt x="95" y="0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64" y="10"/>
                    <a:pt x="64" y="10"/>
                    <a:pt x="64" y="10"/>
                  </a:cubicBezTo>
                  <a:cubicBezTo>
                    <a:pt x="50" y="33"/>
                    <a:pt x="50" y="33"/>
                    <a:pt x="50" y="33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17" y="175"/>
                    <a:pt x="17" y="175"/>
                    <a:pt x="17" y="175"/>
                  </a:cubicBezTo>
                  <a:cubicBezTo>
                    <a:pt x="35" y="175"/>
                    <a:pt x="35" y="175"/>
                    <a:pt x="35" y="175"/>
                  </a:cubicBezTo>
                  <a:cubicBezTo>
                    <a:pt x="56" y="162"/>
                    <a:pt x="56" y="162"/>
                    <a:pt x="56" y="162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77" y="122"/>
                    <a:pt x="77" y="122"/>
                    <a:pt x="77" y="122"/>
                  </a:cubicBezTo>
                  <a:cubicBezTo>
                    <a:pt x="56" y="110"/>
                    <a:pt x="56" y="110"/>
                    <a:pt x="56" y="110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97" y="61"/>
                    <a:pt x="97" y="61"/>
                    <a:pt x="97" y="61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10"/>
                    <a:pt x="118" y="10"/>
                    <a:pt x="118" y="10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91"/>
            <p:cNvSpPr/>
            <p:nvPr/>
          </p:nvSpPr>
          <p:spPr>
            <a:xfrm>
              <a:off x="4348259" y="1555315"/>
              <a:ext cx="169318" cy="56439"/>
            </a:xfrm>
            <a:custGeom>
              <a:rect b="b" l="l" r="r" t="t"/>
              <a:pathLst>
                <a:path extrusionOk="0" h="28" w="84">
                  <a:moveTo>
                    <a:pt x="84" y="0"/>
                  </a:moveTo>
                  <a:lnTo>
                    <a:pt x="36" y="0"/>
                  </a:lnTo>
                  <a:lnTo>
                    <a:pt x="26" y="19"/>
                  </a:lnTo>
                  <a:lnTo>
                    <a:pt x="0" y="19"/>
                  </a:lnTo>
                  <a:lnTo>
                    <a:pt x="0" y="28"/>
                  </a:lnTo>
                  <a:lnTo>
                    <a:pt x="41" y="28"/>
                  </a:lnTo>
                  <a:lnTo>
                    <a:pt x="72" y="28"/>
                  </a:lnTo>
                  <a:lnTo>
                    <a:pt x="84" y="9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91"/>
            <p:cNvSpPr/>
            <p:nvPr/>
          </p:nvSpPr>
          <p:spPr>
            <a:xfrm>
              <a:off x="4696973" y="1319478"/>
              <a:ext cx="195521" cy="147146"/>
            </a:xfrm>
            <a:custGeom>
              <a:rect b="b" l="l" r="r" t="t"/>
              <a:pathLst>
                <a:path extrusionOk="0" h="73" w="97">
                  <a:moveTo>
                    <a:pt x="0" y="42"/>
                  </a:moveTo>
                  <a:lnTo>
                    <a:pt x="0" y="67"/>
                  </a:lnTo>
                  <a:lnTo>
                    <a:pt x="27" y="67"/>
                  </a:lnTo>
                  <a:lnTo>
                    <a:pt x="38" y="73"/>
                  </a:lnTo>
                  <a:lnTo>
                    <a:pt x="75" y="73"/>
                  </a:lnTo>
                  <a:lnTo>
                    <a:pt x="97" y="61"/>
                  </a:lnTo>
                  <a:lnTo>
                    <a:pt x="97" y="39"/>
                  </a:lnTo>
                  <a:lnTo>
                    <a:pt x="72" y="24"/>
                  </a:lnTo>
                  <a:lnTo>
                    <a:pt x="72" y="9"/>
                  </a:lnTo>
                  <a:lnTo>
                    <a:pt x="56" y="0"/>
                  </a:lnTo>
                  <a:lnTo>
                    <a:pt x="36" y="0"/>
                  </a:lnTo>
                  <a:lnTo>
                    <a:pt x="19" y="1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91"/>
            <p:cNvSpPr/>
            <p:nvPr/>
          </p:nvSpPr>
          <p:spPr>
            <a:xfrm>
              <a:off x="4221270" y="1406153"/>
              <a:ext cx="78611" cy="66518"/>
            </a:xfrm>
            <a:custGeom>
              <a:rect b="b" l="l" r="r" t="t"/>
              <a:pathLst>
                <a:path extrusionOk="0" h="33" w="39">
                  <a:moveTo>
                    <a:pt x="13" y="0"/>
                  </a:moveTo>
                  <a:lnTo>
                    <a:pt x="0" y="22"/>
                  </a:lnTo>
                  <a:lnTo>
                    <a:pt x="19" y="33"/>
                  </a:lnTo>
                  <a:lnTo>
                    <a:pt x="39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91"/>
            <p:cNvSpPr/>
            <p:nvPr/>
          </p:nvSpPr>
          <p:spPr>
            <a:xfrm>
              <a:off x="4259569" y="1351729"/>
              <a:ext cx="199553" cy="241883"/>
            </a:xfrm>
            <a:custGeom>
              <a:rect b="b" l="l" r="r" t="t"/>
              <a:pathLst>
                <a:path extrusionOk="0" h="120" w="99">
                  <a:moveTo>
                    <a:pt x="68" y="23"/>
                  </a:moveTo>
                  <a:lnTo>
                    <a:pt x="46" y="10"/>
                  </a:lnTo>
                  <a:lnTo>
                    <a:pt x="46" y="0"/>
                  </a:lnTo>
                  <a:lnTo>
                    <a:pt x="24" y="0"/>
                  </a:lnTo>
                  <a:lnTo>
                    <a:pt x="24" y="5"/>
                  </a:lnTo>
                  <a:lnTo>
                    <a:pt x="37" y="27"/>
                  </a:lnTo>
                  <a:lnTo>
                    <a:pt x="20" y="27"/>
                  </a:lnTo>
                  <a:lnTo>
                    <a:pt x="0" y="60"/>
                  </a:lnTo>
                  <a:lnTo>
                    <a:pt x="0" y="77"/>
                  </a:lnTo>
                  <a:lnTo>
                    <a:pt x="7" y="81"/>
                  </a:lnTo>
                  <a:lnTo>
                    <a:pt x="2" y="90"/>
                  </a:lnTo>
                  <a:lnTo>
                    <a:pt x="18" y="98"/>
                  </a:lnTo>
                  <a:lnTo>
                    <a:pt x="5" y="120"/>
                  </a:lnTo>
                  <a:lnTo>
                    <a:pt x="44" y="120"/>
                  </a:lnTo>
                  <a:lnTo>
                    <a:pt x="70" y="120"/>
                  </a:lnTo>
                  <a:lnTo>
                    <a:pt x="80" y="101"/>
                  </a:lnTo>
                  <a:lnTo>
                    <a:pt x="69" y="79"/>
                  </a:lnTo>
                  <a:lnTo>
                    <a:pt x="99" y="61"/>
                  </a:lnTo>
                  <a:lnTo>
                    <a:pt x="99" y="23"/>
                  </a:lnTo>
                  <a:lnTo>
                    <a:pt x="68" y="2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91"/>
            <p:cNvSpPr/>
            <p:nvPr/>
          </p:nvSpPr>
          <p:spPr>
            <a:xfrm>
              <a:off x="4807835" y="3970111"/>
              <a:ext cx="68533" cy="72565"/>
            </a:xfrm>
            <a:custGeom>
              <a:rect b="b" l="l" r="r" t="t"/>
              <a:pathLst>
                <a:path extrusionOk="0" h="36" w="34">
                  <a:moveTo>
                    <a:pt x="12" y="0"/>
                  </a:moveTo>
                  <a:lnTo>
                    <a:pt x="0" y="23"/>
                  </a:lnTo>
                  <a:lnTo>
                    <a:pt x="21" y="36"/>
                  </a:lnTo>
                  <a:lnTo>
                    <a:pt x="34" y="15"/>
                  </a:lnTo>
                  <a:lnTo>
                    <a:pt x="25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91"/>
            <p:cNvSpPr/>
            <p:nvPr/>
          </p:nvSpPr>
          <p:spPr>
            <a:xfrm>
              <a:off x="4878385" y="3113442"/>
              <a:ext cx="54423" cy="46362"/>
            </a:xfrm>
            <a:custGeom>
              <a:rect b="b" l="l" r="r" t="t"/>
              <a:pathLst>
                <a:path extrusionOk="0" h="23" w="27">
                  <a:moveTo>
                    <a:pt x="0" y="16"/>
                  </a:moveTo>
                  <a:lnTo>
                    <a:pt x="0" y="23"/>
                  </a:lnTo>
                  <a:lnTo>
                    <a:pt x="15" y="23"/>
                  </a:lnTo>
                  <a:lnTo>
                    <a:pt x="15" y="16"/>
                  </a:lnTo>
                  <a:lnTo>
                    <a:pt x="27" y="16"/>
                  </a:lnTo>
                  <a:lnTo>
                    <a:pt x="27" y="0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91"/>
            <p:cNvSpPr/>
            <p:nvPr/>
          </p:nvSpPr>
          <p:spPr>
            <a:xfrm>
              <a:off x="959882" y="2047143"/>
              <a:ext cx="737743" cy="582535"/>
            </a:xfrm>
            <a:custGeom>
              <a:rect b="b" l="l" r="r" t="t"/>
              <a:pathLst>
                <a:path extrusionOk="0" h="276" w="350">
                  <a:moveTo>
                    <a:pt x="292" y="251"/>
                  </a:moveTo>
                  <a:cubicBezTo>
                    <a:pt x="292" y="245"/>
                    <a:pt x="292" y="245"/>
                    <a:pt x="292" y="245"/>
                  </a:cubicBezTo>
                  <a:cubicBezTo>
                    <a:pt x="281" y="239"/>
                    <a:pt x="281" y="239"/>
                    <a:pt x="281" y="239"/>
                  </a:cubicBezTo>
                  <a:cubicBezTo>
                    <a:pt x="281" y="227"/>
                    <a:pt x="281" y="227"/>
                    <a:pt x="281" y="227"/>
                  </a:cubicBezTo>
                  <a:cubicBezTo>
                    <a:pt x="306" y="227"/>
                    <a:pt x="306" y="227"/>
                    <a:pt x="306" y="227"/>
                  </a:cubicBezTo>
                  <a:cubicBezTo>
                    <a:pt x="312" y="217"/>
                    <a:pt x="312" y="217"/>
                    <a:pt x="312" y="217"/>
                  </a:cubicBezTo>
                  <a:cubicBezTo>
                    <a:pt x="323" y="217"/>
                    <a:pt x="323" y="217"/>
                    <a:pt x="323" y="217"/>
                  </a:cubicBezTo>
                  <a:cubicBezTo>
                    <a:pt x="350" y="170"/>
                    <a:pt x="350" y="170"/>
                    <a:pt x="350" y="170"/>
                  </a:cubicBezTo>
                  <a:cubicBezTo>
                    <a:pt x="313" y="170"/>
                    <a:pt x="313" y="170"/>
                    <a:pt x="313" y="170"/>
                  </a:cubicBezTo>
                  <a:cubicBezTo>
                    <a:pt x="300" y="178"/>
                    <a:pt x="300" y="178"/>
                    <a:pt x="300" y="178"/>
                  </a:cubicBezTo>
                  <a:cubicBezTo>
                    <a:pt x="278" y="215"/>
                    <a:pt x="278" y="215"/>
                    <a:pt x="278" y="215"/>
                  </a:cubicBezTo>
                  <a:cubicBezTo>
                    <a:pt x="229" y="215"/>
                    <a:pt x="229" y="215"/>
                    <a:pt x="229" y="215"/>
                  </a:cubicBezTo>
                  <a:cubicBezTo>
                    <a:pt x="208" y="178"/>
                    <a:pt x="208" y="178"/>
                    <a:pt x="208" y="178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183" y="45"/>
                    <a:pt x="183" y="45"/>
                  </a:cubicBezTo>
                  <a:cubicBezTo>
                    <a:pt x="167" y="45"/>
                    <a:pt x="167" y="45"/>
                    <a:pt x="167" y="45"/>
                  </a:cubicBezTo>
                  <a:cubicBezTo>
                    <a:pt x="154" y="53"/>
                    <a:pt x="154" y="53"/>
                    <a:pt x="154" y="53"/>
                  </a:cubicBezTo>
                  <a:cubicBezTo>
                    <a:pt x="132" y="15"/>
                    <a:pt x="132" y="15"/>
                    <a:pt x="132" y="15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98" y="21"/>
                    <a:pt x="98" y="21"/>
                    <a:pt x="98" y="21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105" y="161"/>
                    <a:pt x="105" y="161"/>
                    <a:pt x="105" y="161"/>
                  </a:cubicBezTo>
                  <a:cubicBezTo>
                    <a:pt x="105" y="197"/>
                    <a:pt x="105" y="197"/>
                    <a:pt x="105" y="197"/>
                  </a:cubicBezTo>
                  <a:cubicBezTo>
                    <a:pt x="186" y="244"/>
                    <a:pt x="186" y="244"/>
                    <a:pt x="186" y="244"/>
                  </a:cubicBezTo>
                  <a:cubicBezTo>
                    <a:pt x="245" y="244"/>
                    <a:pt x="245" y="244"/>
                    <a:pt x="245" y="244"/>
                  </a:cubicBezTo>
                  <a:cubicBezTo>
                    <a:pt x="264" y="276"/>
                    <a:pt x="264" y="276"/>
                    <a:pt x="264" y="276"/>
                  </a:cubicBezTo>
                  <a:cubicBezTo>
                    <a:pt x="264" y="251"/>
                    <a:pt x="264" y="251"/>
                    <a:pt x="264" y="251"/>
                  </a:cubicBezTo>
                  <a:lnTo>
                    <a:pt x="292" y="251"/>
                  </a:lnTo>
                  <a:close/>
                </a:path>
              </a:pathLst>
            </a:custGeom>
            <a:solidFill>
              <a:srgbClr val="001391"/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91"/>
            <p:cNvSpPr/>
            <p:nvPr/>
          </p:nvSpPr>
          <p:spPr>
            <a:xfrm>
              <a:off x="2360788" y="3685898"/>
              <a:ext cx="231804" cy="249946"/>
            </a:xfrm>
            <a:custGeom>
              <a:rect b="b" l="l" r="r" t="t"/>
              <a:pathLst>
                <a:path extrusionOk="0" h="119" w="110">
                  <a:moveTo>
                    <a:pt x="0" y="39"/>
                  </a:moveTo>
                  <a:cubicBezTo>
                    <a:pt x="63" y="76"/>
                    <a:pt x="63" y="76"/>
                    <a:pt x="63" y="76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97" y="119"/>
                    <a:pt x="97" y="119"/>
                    <a:pt x="97" y="119"/>
                  </a:cubicBezTo>
                  <a:cubicBezTo>
                    <a:pt x="110" y="97"/>
                    <a:pt x="110" y="97"/>
                    <a:pt x="110" y="97"/>
                  </a:cubicBezTo>
                  <a:cubicBezTo>
                    <a:pt x="110" y="97"/>
                    <a:pt x="110" y="88"/>
                    <a:pt x="110" y="79"/>
                  </a:cubicBezTo>
                  <a:cubicBezTo>
                    <a:pt x="110" y="71"/>
                    <a:pt x="110" y="62"/>
                    <a:pt x="110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55" y="40"/>
                    <a:pt x="55" y="40"/>
                    <a:pt x="55" y="4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39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91"/>
            <p:cNvSpPr/>
            <p:nvPr/>
          </p:nvSpPr>
          <p:spPr>
            <a:xfrm>
              <a:off x="1653280" y="2611536"/>
              <a:ext cx="86674" cy="108847"/>
            </a:xfrm>
            <a:custGeom>
              <a:rect b="b" l="l" r="r" t="t"/>
              <a:pathLst>
                <a:path extrusionOk="0" h="54" w="43">
                  <a:moveTo>
                    <a:pt x="43" y="0"/>
                  </a:moveTo>
                  <a:lnTo>
                    <a:pt x="7" y="21"/>
                  </a:lnTo>
                  <a:lnTo>
                    <a:pt x="0" y="34"/>
                  </a:lnTo>
                  <a:lnTo>
                    <a:pt x="14" y="43"/>
                  </a:lnTo>
                  <a:lnTo>
                    <a:pt x="14" y="54"/>
                  </a:lnTo>
                  <a:lnTo>
                    <a:pt x="43" y="54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91"/>
            <p:cNvSpPr/>
            <p:nvPr/>
          </p:nvSpPr>
          <p:spPr>
            <a:xfrm>
              <a:off x="2147125" y="3627444"/>
              <a:ext cx="378950" cy="1161037"/>
            </a:xfrm>
            <a:custGeom>
              <a:rect b="b" l="l" r="r" t="t"/>
              <a:pathLst>
                <a:path extrusionOk="0" h="576" w="188">
                  <a:moveTo>
                    <a:pt x="65" y="445"/>
                  </a:moveTo>
                  <a:lnTo>
                    <a:pt x="65" y="383"/>
                  </a:lnTo>
                  <a:lnTo>
                    <a:pt x="46" y="350"/>
                  </a:lnTo>
                  <a:lnTo>
                    <a:pt x="46" y="243"/>
                  </a:lnTo>
                  <a:lnTo>
                    <a:pt x="32" y="218"/>
                  </a:lnTo>
                  <a:lnTo>
                    <a:pt x="32" y="105"/>
                  </a:lnTo>
                  <a:lnTo>
                    <a:pt x="50" y="95"/>
                  </a:lnTo>
                  <a:lnTo>
                    <a:pt x="50" y="70"/>
                  </a:lnTo>
                  <a:lnTo>
                    <a:pt x="10" y="0"/>
                  </a:lnTo>
                  <a:lnTo>
                    <a:pt x="0" y="16"/>
                  </a:lnTo>
                  <a:lnTo>
                    <a:pt x="0" y="201"/>
                  </a:lnTo>
                  <a:lnTo>
                    <a:pt x="18" y="230"/>
                  </a:lnTo>
                  <a:lnTo>
                    <a:pt x="18" y="334"/>
                  </a:lnTo>
                  <a:lnTo>
                    <a:pt x="50" y="390"/>
                  </a:lnTo>
                  <a:lnTo>
                    <a:pt x="50" y="452"/>
                  </a:lnTo>
                  <a:lnTo>
                    <a:pt x="106" y="551"/>
                  </a:lnTo>
                  <a:lnTo>
                    <a:pt x="150" y="576"/>
                  </a:lnTo>
                  <a:lnTo>
                    <a:pt x="188" y="576"/>
                  </a:lnTo>
                  <a:lnTo>
                    <a:pt x="167" y="564"/>
                  </a:lnTo>
                  <a:lnTo>
                    <a:pt x="167" y="564"/>
                  </a:lnTo>
                  <a:lnTo>
                    <a:pt x="147" y="564"/>
                  </a:lnTo>
                  <a:lnTo>
                    <a:pt x="147" y="538"/>
                  </a:lnTo>
                  <a:lnTo>
                    <a:pt x="147" y="538"/>
                  </a:lnTo>
                  <a:lnTo>
                    <a:pt x="134" y="516"/>
                  </a:lnTo>
                  <a:lnTo>
                    <a:pt x="106" y="516"/>
                  </a:lnTo>
                  <a:lnTo>
                    <a:pt x="65" y="445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91"/>
            <p:cNvSpPr/>
            <p:nvPr/>
          </p:nvSpPr>
          <p:spPr>
            <a:xfrm>
              <a:off x="2544215" y="2891716"/>
              <a:ext cx="70549" cy="120941"/>
            </a:xfrm>
            <a:custGeom>
              <a:rect b="b" l="l" r="r" t="t"/>
              <a:pathLst>
                <a:path extrusionOk="0" h="60" w="35">
                  <a:moveTo>
                    <a:pt x="18" y="60"/>
                  </a:moveTo>
                  <a:lnTo>
                    <a:pt x="35" y="3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60"/>
                  </a:lnTo>
                  <a:lnTo>
                    <a:pt x="18" y="6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91"/>
            <p:cNvSpPr/>
            <p:nvPr/>
          </p:nvSpPr>
          <p:spPr>
            <a:xfrm>
              <a:off x="2024167" y="2915905"/>
              <a:ext cx="1070331" cy="1203367"/>
            </a:xfrm>
            <a:custGeom>
              <a:rect b="b" l="l" r="r" t="t"/>
              <a:pathLst>
                <a:path extrusionOk="0" h="571" w="508">
                  <a:moveTo>
                    <a:pt x="473" y="153"/>
                  </a:moveTo>
                  <a:cubicBezTo>
                    <a:pt x="454" y="121"/>
                    <a:pt x="454" y="121"/>
                    <a:pt x="454" y="121"/>
                  </a:cubicBezTo>
                  <a:cubicBezTo>
                    <a:pt x="454" y="121"/>
                    <a:pt x="454" y="121"/>
                    <a:pt x="454" y="121"/>
                  </a:cubicBezTo>
                  <a:cubicBezTo>
                    <a:pt x="405" y="121"/>
                    <a:pt x="405" y="121"/>
                    <a:pt x="405" y="121"/>
                  </a:cubicBezTo>
                  <a:cubicBezTo>
                    <a:pt x="345" y="86"/>
                    <a:pt x="345" y="86"/>
                    <a:pt x="345" y="86"/>
                  </a:cubicBezTo>
                  <a:cubicBezTo>
                    <a:pt x="320" y="86"/>
                    <a:pt x="320" y="86"/>
                    <a:pt x="320" y="86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64" y="46"/>
                    <a:pt x="264" y="46"/>
                    <a:pt x="264" y="46"/>
                  </a:cubicBezTo>
                  <a:cubicBezTo>
                    <a:pt x="247" y="46"/>
                    <a:pt x="247" y="46"/>
                    <a:pt x="247" y="46"/>
                  </a:cubicBezTo>
                  <a:cubicBezTo>
                    <a:pt x="219" y="46"/>
                    <a:pt x="219" y="46"/>
                    <a:pt x="219" y="46"/>
                  </a:cubicBezTo>
                  <a:cubicBezTo>
                    <a:pt x="202" y="46"/>
                    <a:pt x="202" y="46"/>
                    <a:pt x="202" y="46"/>
                  </a:cubicBezTo>
                  <a:cubicBezTo>
                    <a:pt x="183" y="57"/>
                    <a:pt x="183" y="57"/>
                    <a:pt x="183" y="57"/>
                  </a:cubicBezTo>
                  <a:cubicBezTo>
                    <a:pt x="177" y="47"/>
                    <a:pt x="177" y="47"/>
                    <a:pt x="177" y="47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6" y="12"/>
                    <a:pt x="126" y="12"/>
                    <a:pt x="126" y="12"/>
                  </a:cubicBezTo>
                  <a:cubicBezTo>
                    <a:pt x="114" y="12"/>
                    <a:pt x="114" y="12"/>
                    <a:pt x="114" y="12"/>
                  </a:cubicBezTo>
                  <a:cubicBezTo>
                    <a:pt x="114" y="28"/>
                    <a:pt x="114" y="28"/>
                    <a:pt x="114" y="28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74" y="47"/>
                    <a:pt x="74" y="47"/>
                    <a:pt x="74" y="47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137"/>
                    <a:pt x="44" y="137"/>
                    <a:pt x="44" y="137"/>
                  </a:cubicBezTo>
                  <a:cubicBezTo>
                    <a:pt x="33" y="137"/>
                    <a:pt x="33" y="137"/>
                    <a:pt x="33" y="137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24" y="220"/>
                    <a:pt x="24" y="220"/>
                    <a:pt x="24" y="220"/>
                  </a:cubicBezTo>
                  <a:cubicBezTo>
                    <a:pt x="40" y="220"/>
                    <a:pt x="40" y="220"/>
                    <a:pt x="40" y="220"/>
                  </a:cubicBezTo>
                  <a:cubicBezTo>
                    <a:pt x="40" y="239"/>
                    <a:pt x="40" y="239"/>
                    <a:pt x="40" y="239"/>
                  </a:cubicBezTo>
                  <a:cubicBezTo>
                    <a:pt x="68" y="239"/>
                    <a:pt x="68" y="239"/>
                    <a:pt x="68" y="239"/>
                  </a:cubicBezTo>
                  <a:cubicBezTo>
                    <a:pt x="95" y="223"/>
                    <a:pt x="95" y="223"/>
                    <a:pt x="95" y="223"/>
                  </a:cubicBezTo>
                  <a:cubicBezTo>
                    <a:pt x="107" y="223"/>
                    <a:pt x="107" y="223"/>
                    <a:pt x="107" y="223"/>
                  </a:cubicBezTo>
                  <a:cubicBezTo>
                    <a:pt x="107" y="249"/>
                    <a:pt x="107" y="249"/>
                    <a:pt x="107" y="249"/>
                  </a:cubicBezTo>
                  <a:cubicBezTo>
                    <a:pt x="156" y="277"/>
                    <a:pt x="156" y="277"/>
                    <a:pt x="156" y="277"/>
                  </a:cubicBezTo>
                  <a:cubicBezTo>
                    <a:pt x="178" y="277"/>
                    <a:pt x="178" y="277"/>
                    <a:pt x="178" y="277"/>
                  </a:cubicBezTo>
                  <a:cubicBezTo>
                    <a:pt x="178" y="318"/>
                    <a:pt x="178" y="318"/>
                    <a:pt x="178" y="318"/>
                  </a:cubicBezTo>
                  <a:cubicBezTo>
                    <a:pt x="210" y="318"/>
                    <a:pt x="210" y="318"/>
                    <a:pt x="210" y="318"/>
                  </a:cubicBezTo>
                  <a:cubicBezTo>
                    <a:pt x="210" y="330"/>
                    <a:pt x="210" y="330"/>
                    <a:pt x="210" y="330"/>
                  </a:cubicBezTo>
                  <a:cubicBezTo>
                    <a:pt x="223" y="352"/>
                    <a:pt x="223" y="352"/>
                    <a:pt x="223" y="352"/>
                  </a:cubicBezTo>
                  <a:cubicBezTo>
                    <a:pt x="215" y="365"/>
                    <a:pt x="215" y="365"/>
                    <a:pt x="215" y="365"/>
                  </a:cubicBezTo>
                  <a:cubicBezTo>
                    <a:pt x="215" y="405"/>
                    <a:pt x="215" y="405"/>
                    <a:pt x="215" y="405"/>
                  </a:cubicBezTo>
                  <a:cubicBezTo>
                    <a:pt x="245" y="405"/>
                    <a:pt x="245" y="405"/>
                    <a:pt x="245" y="405"/>
                  </a:cubicBezTo>
                  <a:cubicBezTo>
                    <a:pt x="258" y="427"/>
                    <a:pt x="258" y="427"/>
                    <a:pt x="258" y="427"/>
                  </a:cubicBezTo>
                  <a:cubicBezTo>
                    <a:pt x="270" y="427"/>
                    <a:pt x="270" y="427"/>
                    <a:pt x="270" y="427"/>
                  </a:cubicBezTo>
                  <a:cubicBezTo>
                    <a:pt x="270" y="427"/>
                    <a:pt x="270" y="436"/>
                    <a:pt x="270" y="444"/>
                  </a:cubicBezTo>
                  <a:cubicBezTo>
                    <a:pt x="283" y="444"/>
                    <a:pt x="283" y="444"/>
                    <a:pt x="283" y="444"/>
                  </a:cubicBezTo>
                  <a:cubicBezTo>
                    <a:pt x="283" y="464"/>
                    <a:pt x="283" y="464"/>
                    <a:pt x="283" y="464"/>
                  </a:cubicBezTo>
                  <a:cubicBezTo>
                    <a:pt x="283" y="464"/>
                    <a:pt x="262" y="501"/>
                    <a:pt x="250" y="520"/>
                  </a:cubicBezTo>
                  <a:cubicBezTo>
                    <a:pt x="310" y="555"/>
                    <a:pt x="310" y="555"/>
                    <a:pt x="310" y="555"/>
                  </a:cubicBezTo>
                  <a:cubicBezTo>
                    <a:pt x="310" y="571"/>
                    <a:pt x="310" y="571"/>
                    <a:pt x="310" y="571"/>
                  </a:cubicBezTo>
                  <a:cubicBezTo>
                    <a:pt x="350" y="503"/>
                    <a:pt x="350" y="503"/>
                    <a:pt x="350" y="503"/>
                  </a:cubicBezTo>
                  <a:cubicBezTo>
                    <a:pt x="350" y="444"/>
                    <a:pt x="350" y="444"/>
                    <a:pt x="350" y="444"/>
                  </a:cubicBezTo>
                  <a:cubicBezTo>
                    <a:pt x="399" y="416"/>
                    <a:pt x="399" y="416"/>
                    <a:pt x="399" y="416"/>
                  </a:cubicBezTo>
                  <a:cubicBezTo>
                    <a:pt x="423" y="416"/>
                    <a:pt x="423" y="416"/>
                    <a:pt x="423" y="416"/>
                  </a:cubicBezTo>
                  <a:cubicBezTo>
                    <a:pt x="461" y="351"/>
                    <a:pt x="461" y="351"/>
                    <a:pt x="461" y="351"/>
                  </a:cubicBezTo>
                  <a:cubicBezTo>
                    <a:pt x="461" y="282"/>
                    <a:pt x="461" y="282"/>
                    <a:pt x="461" y="282"/>
                  </a:cubicBezTo>
                  <a:cubicBezTo>
                    <a:pt x="508" y="201"/>
                    <a:pt x="508" y="201"/>
                    <a:pt x="508" y="201"/>
                  </a:cubicBezTo>
                  <a:cubicBezTo>
                    <a:pt x="508" y="153"/>
                    <a:pt x="508" y="153"/>
                    <a:pt x="508" y="153"/>
                  </a:cubicBezTo>
                  <a:lnTo>
                    <a:pt x="473" y="15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91"/>
            <p:cNvSpPr/>
            <p:nvPr/>
          </p:nvSpPr>
          <p:spPr>
            <a:xfrm>
              <a:off x="1625060" y="2585331"/>
              <a:ext cx="114894" cy="68533"/>
            </a:xfrm>
            <a:custGeom>
              <a:rect b="b" l="l" r="r" t="t"/>
              <a:pathLst>
                <a:path extrusionOk="0" h="34" w="57">
                  <a:moveTo>
                    <a:pt x="0" y="22"/>
                  </a:moveTo>
                  <a:lnTo>
                    <a:pt x="21" y="34"/>
                  </a:lnTo>
                  <a:lnTo>
                    <a:pt x="57" y="13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8" y="0"/>
                  </a:lnTo>
                  <a:lnTo>
                    <a:pt x="0" y="11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91"/>
            <p:cNvSpPr/>
            <p:nvPr/>
          </p:nvSpPr>
          <p:spPr>
            <a:xfrm>
              <a:off x="1766159" y="2764728"/>
              <a:ext cx="135051" cy="58456"/>
            </a:xfrm>
            <a:custGeom>
              <a:rect b="b" l="l" r="r" t="t"/>
              <a:pathLst>
                <a:path extrusionOk="0" h="29" w="67">
                  <a:moveTo>
                    <a:pt x="43" y="0"/>
                  </a:moveTo>
                  <a:lnTo>
                    <a:pt x="21" y="12"/>
                  </a:lnTo>
                  <a:lnTo>
                    <a:pt x="0" y="1"/>
                  </a:lnTo>
                  <a:lnTo>
                    <a:pt x="0" y="16"/>
                  </a:lnTo>
                  <a:lnTo>
                    <a:pt x="23" y="29"/>
                  </a:lnTo>
                  <a:lnTo>
                    <a:pt x="45" y="16"/>
                  </a:lnTo>
                  <a:lnTo>
                    <a:pt x="67" y="29"/>
                  </a:lnTo>
                  <a:lnTo>
                    <a:pt x="67" y="1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91"/>
            <p:cNvSpPr/>
            <p:nvPr/>
          </p:nvSpPr>
          <p:spPr>
            <a:xfrm>
              <a:off x="1808489" y="3073128"/>
              <a:ext cx="358793" cy="586566"/>
            </a:xfrm>
            <a:custGeom>
              <a:rect b="b" l="l" r="r" t="t"/>
              <a:pathLst>
                <a:path extrusionOk="0" h="291" w="178">
                  <a:moveTo>
                    <a:pt x="149" y="172"/>
                  </a:moveTo>
                  <a:lnTo>
                    <a:pt x="149" y="172"/>
                  </a:lnTo>
                  <a:lnTo>
                    <a:pt x="149" y="172"/>
                  </a:lnTo>
                  <a:lnTo>
                    <a:pt x="149" y="172"/>
                  </a:lnTo>
                  <a:lnTo>
                    <a:pt x="149" y="152"/>
                  </a:lnTo>
                  <a:lnTo>
                    <a:pt x="132" y="152"/>
                  </a:lnTo>
                  <a:lnTo>
                    <a:pt x="107" y="137"/>
                  </a:lnTo>
                  <a:lnTo>
                    <a:pt x="107" y="86"/>
                  </a:lnTo>
                  <a:lnTo>
                    <a:pt x="141" y="65"/>
                  </a:lnTo>
                  <a:lnTo>
                    <a:pt x="141" y="39"/>
                  </a:lnTo>
                  <a:lnTo>
                    <a:pt x="105" y="39"/>
                  </a:lnTo>
                  <a:lnTo>
                    <a:pt x="87" y="8"/>
                  </a:lnTo>
                  <a:lnTo>
                    <a:pt x="74" y="0"/>
                  </a:lnTo>
                  <a:lnTo>
                    <a:pt x="74" y="25"/>
                  </a:lnTo>
                  <a:lnTo>
                    <a:pt x="36" y="48"/>
                  </a:lnTo>
                  <a:lnTo>
                    <a:pt x="36" y="76"/>
                  </a:lnTo>
                  <a:lnTo>
                    <a:pt x="36" y="78"/>
                  </a:lnTo>
                  <a:lnTo>
                    <a:pt x="36" y="76"/>
                  </a:lnTo>
                  <a:lnTo>
                    <a:pt x="13" y="76"/>
                  </a:lnTo>
                  <a:lnTo>
                    <a:pt x="0" y="55"/>
                  </a:lnTo>
                  <a:lnTo>
                    <a:pt x="0" y="82"/>
                  </a:lnTo>
                  <a:lnTo>
                    <a:pt x="75" y="212"/>
                  </a:lnTo>
                  <a:lnTo>
                    <a:pt x="75" y="238"/>
                  </a:lnTo>
                  <a:lnTo>
                    <a:pt x="168" y="291"/>
                  </a:lnTo>
                  <a:lnTo>
                    <a:pt x="178" y="275"/>
                  </a:lnTo>
                  <a:lnTo>
                    <a:pt x="178" y="172"/>
                  </a:lnTo>
                  <a:lnTo>
                    <a:pt x="149" y="172"/>
                  </a:lnTo>
                  <a:close/>
                </a:path>
              </a:pathLst>
            </a:custGeom>
            <a:solidFill>
              <a:srgbClr val="001391"/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91"/>
            <p:cNvSpPr/>
            <p:nvPr/>
          </p:nvSpPr>
          <p:spPr>
            <a:xfrm>
              <a:off x="1808489" y="3024752"/>
              <a:ext cx="149161" cy="201569"/>
            </a:xfrm>
            <a:custGeom>
              <a:rect b="b" l="l" r="r" t="t"/>
              <a:pathLst>
                <a:path extrusionOk="0" h="100" w="74">
                  <a:moveTo>
                    <a:pt x="36" y="100"/>
                  </a:moveTo>
                  <a:lnTo>
                    <a:pt x="36" y="72"/>
                  </a:lnTo>
                  <a:lnTo>
                    <a:pt x="74" y="49"/>
                  </a:lnTo>
                  <a:lnTo>
                    <a:pt x="74" y="24"/>
                  </a:lnTo>
                  <a:lnTo>
                    <a:pt x="34" y="0"/>
                  </a:lnTo>
                  <a:lnTo>
                    <a:pt x="0" y="19"/>
                  </a:lnTo>
                  <a:lnTo>
                    <a:pt x="0" y="79"/>
                  </a:lnTo>
                  <a:lnTo>
                    <a:pt x="13" y="100"/>
                  </a:lnTo>
                  <a:lnTo>
                    <a:pt x="36" y="10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91"/>
            <p:cNvSpPr/>
            <p:nvPr/>
          </p:nvSpPr>
          <p:spPr>
            <a:xfrm>
              <a:off x="1012290" y="894168"/>
              <a:ext cx="1775824" cy="840543"/>
            </a:xfrm>
            <a:custGeom>
              <a:rect b="b" l="l" r="r" t="t"/>
              <a:pathLst>
                <a:path extrusionOk="0" h="399" w="843">
                  <a:moveTo>
                    <a:pt x="802" y="221"/>
                  </a:moveTo>
                  <a:cubicBezTo>
                    <a:pt x="802" y="221"/>
                    <a:pt x="802" y="221"/>
                    <a:pt x="802" y="221"/>
                  </a:cubicBezTo>
                  <a:cubicBezTo>
                    <a:pt x="802" y="160"/>
                    <a:pt x="802" y="160"/>
                    <a:pt x="802" y="160"/>
                  </a:cubicBezTo>
                  <a:cubicBezTo>
                    <a:pt x="790" y="153"/>
                    <a:pt x="790" y="153"/>
                    <a:pt x="790" y="153"/>
                  </a:cubicBezTo>
                  <a:cubicBezTo>
                    <a:pt x="748" y="178"/>
                    <a:pt x="748" y="178"/>
                    <a:pt x="748" y="178"/>
                  </a:cubicBezTo>
                  <a:cubicBezTo>
                    <a:pt x="723" y="178"/>
                    <a:pt x="723" y="178"/>
                    <a:pt x="723" y="178"/>
                  </a:cubicBezTo>
                  <a:cubicBezTo>
                    <a:pt x="745" y="140"/>
                    <a:pt x="745" y="140"/>
                    <a:pt x="745" y="140"/>
                  </a:cubicBezTo>
                  <a:cubicBezTo>
                    <a:pt x="717" y="124"/>
                    <a:pt x="717" y="124"/>
                    <a:pt x="717" y="124"/>
                  </a:cubicBezTo>
                  <a:cubicBezTo>
                    <a:pt x="717" y="124"/>
                    <a:pt x="717" y="124"/>
                    <a:pt x="717" y="124"/>
                  </a:cubicBezTo>
                  <a:cubicBezTo>
                    <a:pt x="673" y="124"/>
                    <a:pt x="673" y="124"/>
                    <a:pt x="673" y="124"/>
                  </a:cubicBezTo>
                  <a:cubicBezTo>
                    <a:pt x="641" y="180"/>
                    <a:pt x="641" y="180"/>
                    <a:pt x="641" y="180"/>
                  </a:cubicBezTo>
                  <a:cubicBezTo>
                    <a:pt x="641" y="202"/>
                    <a:pt x="641" y="202"/>
                    <a:pt x="641" y="202"/>
                  </a:cubicBezTo>
                  <a:cubicBezTo>
                    <a:pt x="590" y="232"/>
                    <a:pt x="590" y="232"/>
                    <a:pt x="590" y="232"/>
                  </a:cubicBezTo>
                  <a:cubicBezTo>
                    <a:pt x="590" y="267"/>
                    <a:pt x="590" y="267"/>
                    <a:pt x="590" y="267"/>
                  </a:cubicBezTo>
                  <a:cubicBezTo>
                    <a:pt x="569" y="279"/>
                    <a:pt x="569" y="279"/>
                    <a:pt x="569" y="279"/>
                  </a:cubicBezTo>
                  <a:cubicBezTo>
                    <a:pt x="544" y="279"/>
                    <a:pt x="544" y="279"/>
                    <a:pt x="544" y="279"/>
                  </a:cubicBezTo>
                  <a:cubicBezTo>
                    <a:pt x="544" y="248"/>
                    <a:pt x="544" y="248"/>
                    <a:pt x="544" y="248"/>
                  </a:cubicBezTo>
                  <a:cubicBezTo>
                    <a:pt x="559" y="222"/>
                    <a:pt x="559" y="222"/>
                    <a:pt x="559" y="222"/>
                  </a:cubicBezTo>
                  <a:cubicBezTo>
                    <a:pt x="535" y="222"/>
                    <a:pt x="535" y="222"/>
                    <a:pt x="535" y="222"/>
                  </a:cubicBezTo>
                  <a:cubicBezTo>
                    <a:pt x="490" y="196"/>
                    <a:pt x="490" y="196"/>
                    <a:pt x="490" y="196"/>
                  </a:cubicBezTo>
                  <a:cubicBezTo>
                    <a:pt x="462" y="196"/>
                    <a:pt x="462" y="196"/>
                    <a:pt x="462" y="196"/>
                  </a:cubicBezTo>
                  <a:cubicBezTo>
                    <a:pt x="462" y="153"/>
                    <a:pt x="462" y="153"/>
                    <a:pt x="462" y="153"/>
                  </a:cubicBezTo>
                  <a:cubicBezTo>
                    <a:pt x="549" y="102"/>
                    <a:pt x="549" y="102"/>
                    <a:pt x="549" y="102"/>
                  </a:cubicBezTo>
                  <a:cubicBezTo>
                    <a:pt x="584" y="102"/>
                    <a:pt x="584" y="102"/>
                    <a:pt x="584" y="102"/>
                  </a:cubicBezTo>
                  <a:cubicBezTo>
                    <a:pt x="605" y="90"/>
                    <a:pt x="605" y="90"/>
                    <a:pt x="605" y="90"/>
                  </a:cubicBezTo>
                  <a:cubicBezTo>
                    <a:pt x="584" y="78"/>
                    <a:pt x="584" y="78"/>
                    <a:pt x="584" y="78"/>
                  </a:cubicBezTo>
                  <a:cubicBezTo>
                    <a:pt x="584" y="78"/>
                    <a:pt x="584" y="78"/>
                    <a:pt x="584" y="78"/>
                  </a:cubicBezTo>
                  <a:cubicBezTo>
                    <a:pt x="634" y="78"/>
                    <a:pt x="634" y="78"/>
                    <a:pt x="634" y="78"/>
                  </a:cubicBezTo>
                  <a:cubicBezTo>
                    <a:pt x="682" y="50"/>
                    <a:pt x="682" y="50"/>
                    <a:pt x="682" y="50"/>
                  </a:cubicBezTo>
                  <a:cubicBezTo>
                    <a:pt x="682" y="34"/>
                    <a:pt x="682" y="34"/>
                    <a:pt x="682" y="34"/>
                  </a:cubicBezTo>
                  <a:cubicBezTo>
                    <a:pt x="669" y="34"/>
                    <a:pt x="669" y="34"/>
                    <a:pt x="669" y="34"/>
                  </a:cubicBezTo>
                  <a:cubicBezTo>
                    <a:pt x="622" y="61"/>
                    <a:pt x="622" y="61"/>
                    <a:pt x="622" y="61"/>
                  </a:cubicBezTo>
                  <a:cubicBezTo>
                    <a:pt x="622" y="30"/>
                    <a:pt x="622" y="30"/>
                    <a:pt x="622" y="30"/>
                  </a:cubicBezTo>
                  <a:cubicBezTo>
                    <a:pt x="605" y="0"/>
                    <a:pt x="605" y="0"/>
                    <a:pt x="605" y="0"/>
                  </a:cubicBezTo>
                  <a:cubicBezTo>
                    <a:pt x="574" y="18"/>
                    <a:pt x="574" y="18"/>
                    <a:pt x="574" y="18"/>
                  </a:cubicBezTo>
                  <a:cubicBezTo>
                    <a:pt x="574" y="42"/>
                    <a:pt x="574" y="42"/>
                    <a:pt x="574" y="42"/>
                  </a:cubicBezTo>
                  <a:cubicBezTo>
                    <a:pt x="553" y="54"/>
                    <a:pt x="553" y="54"/>
                    <a:pt x="553" y="54"/>
                  </a:cubicBezTo>
                  <a:cubicBezTo>
                    <a:pt x="373" y="54"/>
                    <a:pt x="373" y="54"/>
                    <a:pt x="373" y="54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189" y="29"/>
                    <a:pt x="189" y="29"/>
                    <a:pt x="189" y="29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38" y="159"/>
                    <a:pt x="38" y="159"/>
                    <a:pt x="38" y="159"/>
                  </a:cubicBezTo>
                  <a:cubicBezTo>
                    <a:pt x="38" y="199"/>
                    <a:pt x="38" y="199"/>
                    <a:pt x="38" y="199"/>
                  </a:cubicBezTo>
                  <a:cubicBezTo>
                    <a:pt x="36" y="199"/>
                    <a:pt x="36" y="199"/>
                    <a:pt x="36" y="199"/>
                  </a:cubicBezTo>
                  <a:cubicBezTo>
                    <a:pt x="23" y="199"/>
                    <a:pt x="23" y="199"/>
                    <a:pt x="23" y="199"/>
                  </a:cubicBezTo>
                  <a:cubicBezTo>
                    <a:pt x="23" y="273"/>
                    <a:pt x="23" y="273"/>
                    <a:pt x="23" y="273"/>
                  </a:cubicBezTo>
                  <a:cubicBezTo>
                    <a:pt x="43" y="306"/>
                    <a:pt x="43" y="306"/>
                    <a:pt x="43" y="306"/>
                  </a:cubicBezTo>
                  <a:cubicBezTo>
                    <a:pt x="381" y="306"/>
                    <a:pt x="381" y="306"/>
                    <a:pt x="381" y="306"/>
                  </a:cubicBezTo>
                  <a:cubicBezTo>
                    <a:pt x="407" y="321"/>
                    <a:pt x="407" y="321"/>
                    <a:pt x="407" y="321"/>
                  </a:cubicBezTo>
                  <a:cubicBezTo>
                    <a:pt x="425" y="310"/>
                    <a:pt x="425" y="310"/>
                    <a:pt x="425" y="310"/>
                  </a:cubicBezTo>
                  <a:cubicBezTo>
                    <a:pt x="456" y="310"/>
                    <a:pt x="456" y="310"/>
                    <a:pt x="456" y="310"/>
                  </a:cubicBezTo>
                  <a:cubicBezTo>
                    <a:pt x="476" y="344"/>
                    <a:pt x="476" y="344"/>
                    <a:pt x="476" y="344"/>
                  </a:cubicBezTo>
                  <a:cubicBezTo>
                    <a:pt x="480" y="352"/>
                    <a:pt x="480" y="352"/>
                    <a:pt x="480" y="352"/>
                  </a:cubicBezTo>
                  <a:cubicBezTo>
                    <a:pt x="485" y="352"/>
                    <a:pt x="493" y="352"/>
                    <a:pt x="493" y="352"/>
                  </a:cubicBezTo>
                  <a:cubicBezTo>
                    <a:pt x="522" y="369"/>
                    <a:pt x="522" y="369"/>
                    <a:pt x="522" y="369"/>
                  </a:cubicBezTo>
                  <a:cubicBezTo>
                    <a:pt x="489" y="369"/>
                    <a:pt x="489" y="369"/>
                    <a:pt x="489" y="369"/>
                  </a:cubicBezTo>
                  <a:cubicBezTo>
                    <a:pt x="480" y="383"/>
                    <a:pt x="480" y="383"/>
                    <a:pt x="480" y="383"/>
                  </a:cubicBezTo>
                  <a:cubicBezTo>
                    <a:pt x="480" y="399"/>
                    <a:pt x="480" y="399"/>
                    <a:pt x="480" y="399"/>
                  </a:cubicBezTo>
                  <a:cubicBezTo>
                    <a:pt x="486" y="399"/>
                    <a:pt x="492" y="399"/>
                    <a:pt x="492" y="399"/>
                  </a:cubicBezTo>
                  <a:cubicBezTo>
                    <a:pt x="524" y="379"/>
                    <a:pt x="524" y="379"/>
                    <a:pt x="524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583" y="366"/>
                    <a:pt x="583" y="366"/>
                    <a:pt x="583" y="366"/>
                  </a:cubicBezTo>
                  <a:cubicBezTo>
                    <a:pt x="609" y="366"/>
                    <a:pt x="609" y="366"/>
                    <a:pt x="609" y="366"/>
                  </a:cubicBezTo>
                  <a:cubicBezTo>
                    <a:pt x="630" y="329"/>
                    <a:pt x="630" y="329"/>
                    <a:pt x="630" y="329"/>
                  </a:cubicBezTo>
                  <a:cubicBezTo>
                    <a:pt x="653" y="329"/>
                    <a:pt x="653" y="329"/>
                    <a:pt x="653" y="329"/>
                  </a:cubicBezTo>
                  <a:cubicBezTo>
                    <a:pt x="653" y="358"/>
                    <a:pt x="653" y="358"/>
                    <a:pt x="653" y="358"/>
                  </a:cubicBezTo>
                  <a:cubicBezTo>
                    <a:pt x="663" y="364"/>
                    <a:pt x="663" y="364"/>
                    <a:pt x="663" y="364"/>
                  </a:cubicBezTo>
                  <a:cubicBezTo>
                    <a:pt x="663" y="376"/>
                    <a:pt x="663" y="376"/>
                    <a:pt x="663" y="376"/>
                  </a:cubicBezTo>
                  <a:cubicBezTo>
                    <a:pt x="704" y="376"/>
                    <a:pt x="704" y="376"/>
                    <a:pt x="704" y="376"/>
                  </a:cubicBezTo>
                  <a:cubicBezTo>
                    <a:pt x="757" y="346"/>
                    <a:pt x="757" y="346"/>
                    <a:pt x="757" y="346"/>
                  </a:cubicBezTo>
                  <a:cubicBezTo>
                    <a:pt x="757" y="333"/>
                    <a:pt x="757" y="333"/>
                    <a:pt x="757" y="333"/>
                  </a:cubicBezTo>
                  <a:cubicBezTo>
                    <a:pt x="716" y="357"/>
                    <a:pt x="716" y="357"/>
                    <a:pt x="716" y="357"/>
                  </a:cubicBezTo>
                  <a:cubicBezTo>
                    <a:pt x="694" y="319"/>
                    <a:pt x="694" y="319"/>
                    <a:pt x="694" y="319"/>
                  </a:cubicBezTo>
                  <a:cubicBezTo>
                    <a:pt x="722" y="319"/>
                    <a:pt x="722" y="319"/>
                    <a:pt x="722" y="319"/>
                  </a:cubicBezTo>
                  <a:cubicBezTo>
                    <a:pt x="714" y="306"/>
                    <a:pt x="714" y="306"/>
                    <a:pt x="714" y="306"/>
                  </a:cubicBezTo>
                  <a:cubicBezTo>
                    <a:pt x="669" y="306"/>
                    <a:pt x="669" y="306"/>
                    <a:pt x="669" y="306"/>
                  </a:cubicBezTo>
                  <a:cubicBezTo>
                    <a:pt x="700" y="288"/>
                    <a:pt x="700" y="288"/>
                    <a:pt x="700" y="288"/>
                  </a:cubicBezTo>
                  <a:cubicBezTo>
                    <a:pt x="769" y="288"/>
                    <a:pt x="769" y="288"/>
                    <a:pt x="769" y="288"/>
                  </a:cubicBezTo>
                  <a:cubicBezTo>
                    <a:pt x="796" y="273"/>
                    <a:pt x="796" y="273"/>
                    <a:pt x="796" y="273"/>
                  </a:cubicBezTo>
                  <a:cubicBezTo>
                    <a:pt x="827" y="273"/>
                    <a:pt x="827" y="273"/>
                    <a:pt x="827" y="273"/>
                  </a:cubicBezTo>
                  <a:cubicBezTo>
                    <a:pt x="843" y="245"/>
                    <a:pt x="843" y="245"/>
                    <a:pt x="843" y="245"/>
                  </a:cubicBezTo>
                  <a:lnTo>
                    <a:pt x="802" y="221"/>
                  </a:lnTo>
                  <a:close/>
                  <a:moveTo>
                    <a:pt x="249" y="65"/>
                  </a:moveTo>
                  <a:cubicBezTo>
                    <a:pt x="283" y="65"/>
                    <a:pt x="283" y="65"/>
                    <a:pt x="283" y="65"/>
                  </a:cubicBezTo>
                  <a:cubicBezTo>
                    <a:pt x="299" y="56"/>
                    <a:pt x="299" y="56"/>
                    <a:pt x="299" y="56"/>
                  </a:cubicBezTo>
                  <a:cubicBezTo>
                    <a:pt x="323" y="69"/>
                    <a:pt x="323" y="69"/>
                    <a:pt x="323" y="69"/>
                  </a:cubicBezTo>
                  <a:cubicBezTo>
                    <a:pt x="298" y="83"/>
                    <a:pt x="298" y="83"/>
                    <a:pt x="298" y="83"/>
                  </a:cubicBezTo>
                  <a:cubicBezTo>
                    <a:pt x="238" y="83"/>
                    <a:pt x="238" y="83"/>
                    <a:pt x="238" y="83"/>
                  </a:cubicBezTo>
                  <a:lnTo>
                    <a:pt x="249" y="65"/>
                  </a:lnTo>
                  <a:close/>
                  <a:moveTo>
                    <a:pt x="312" y="135"/>
                  </a:moveTo>
                  <a:cubicBezTo>
                    <a:pt x="285" y="135"/>
                    <a:pt x="285" y="135"/>
                    <a:pt x="285" y="135"/>
                  </a:cubicBezTo>
                  <a:cubicBezTo>
                    <a:pt x="274" y="148"/>
                    <a:pt x="274" y="148"/>
                    <a:pt x="274" y="148"/>
                  </a:cubicBezTo>
                  <a:cubicBezTo>
                    <a:pt x="267" y="145"/>
                    <a:pt x="267" y="145"/>
                    <a:pt x="267" y="145"/>
                  </a:cubicBezTo>
                  <a:cubicBezTo>
                    <a:pt x="240" y="145"/>
                    <a:pt x="240" y="145"/>
                    <a:pt x="240" y="145"/>
                  </a:cubicBezTo>
                  <a:cubicBezTo>
                    <a:pt x="240" y="131"/>
                    <a:pt x="240" y="131"/>
                    <a:pt x="240" y="131"/>
                  </a:cubicBezTo>
                  <a:cubicBezTo>
                    <a:pt x="267" y="131"/>
                    <a:pt x="267" y="131"/>
                    <a:pt x="267" y="131"/>
                  </a:cubicBezTo>
                  <a:cubicBezTo>
                    <a:pt x="291" y="117"/>
                    <a:pt x="291" y="117"/>
                    <a:pt x="291" y="117"/>
                  </a:cubicBezTo>
                  <a:cubicBezTo>
                    <a:pt x="306" y="126"/>
                    <a:pt x="306" y="126"/>
                    <a:pt x="306" y="126"/>
                  </a:cubicBezTo>
                  <a:cubicBezTo>
                    <a:pt x="337" y="108"/>
                    <a:pt x="337" y="108"/>
                    <a:pt x="337" y="108"/>
                  </a:cubicBezTo>
                  <a:cubicBezTo>
                    <a:pt x="342" y="117"/>
                    <a:pt x="342" y="117"/>
                    <a:pt x="342" y="117"/>
                  </a:cubicBezTo>
                  <a:lnTo>
                    <a:pt x="312" y="135"/>
                  </a:lnTo>
                  <a:close/>
                  <a:moveTo>
                    <a:pt x="369" y="279"/>
                  </a:moveTo>
                  <a:cubicBezTo>
                    <a:pt x="354" y="289"/>
                    <a:pt x="354" y="289"/>
                    <a:pt x="354" y="289"/>
                  </a:cubicBezTo>
                  <a:cubicBezTo>
                    <a:pt x="354" y="238"/>
                    <a:pt x="354" y="238"/>
                    <a:pt x="354" y="238"/>
                  </a:cubicBezTo>
                  <a:cubicBezTo>
                    <a:pt x="369" y="238"/>
                    <a:pt x="369" y="238"/>
                    <a:pt x="369" y="238"/>
                  </a:cubicBezTo>
                  <a:lnTo>
                    <a:pt x="369" y="279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91"/>
            <p:cNvSpPr/>
            <p:nvPr/>
          </p:nvSpPr>
          <p:spPr>
            <a:xfrm>
              <a:off x="5485107" y="2266852"/>
              <a:ext cx="137067" cy="94738"/>
            </a:xfrm>
            <a:custGeom>
              <a:rect b="b" l="l" r="r" t="t"/>
              <a:pathLst>
                <a:path extrusionOk="0" h="47" w="68">
                  <a:moveTo>
                    <a:pt x="67" y="22"/>
                  </a:moveTo>
                  <a:lnTo>
                    <a:pt x="54" y="0"/>
                  </a:lnTo>
                  <a:lnTo>
                    <a:pt x="42" y="22"/>
                  </a:lnTo>
                  <a:lnTo>
                    <a:pt x="0" y="22"/>
                  </a:lnTo>
                  <a:lnTo>
                    <a:pt x="14" y="47"/>
                  </a:lnTo>
                  <a:lnTo>
                    <a:pt x="54" y="47"/>
                  </a:lnTo>
                  <a:lnTo>
                    <a:pt x="68" y="23"/>
                  </a:lnTo>
                  <a:lnTo>
                    <a:pt x="67" y="22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91"/>
            <p:cNvSpPr/>
            <p:nvPr/>
          </p:nvSpPr>
          <p:spPr>
            <a:xfrm>
              <a:off x="5029561" y="2067300"/>
              <a:ext cx="564393" cy="483766"/>
            </a:xfrm>
            <a:custGeom>
              <a:rect b="b" l="l" r="r" t="t"/>
              <a:pathLst>
                <a:path extrusionOk="0" h="240" w="280">
                  <a:moveTo>
                    <a:pt x="194" y="214"/>
                  </a:moveTo>
                  <a:lnTo>
                    <a:pt x="221" y="214"/>
                  </a:lnTo>
                  <a:lnTo>
                    <a:pt x="280" y="179"/>
                  </a:lnTo>
                  <a:lnTo>
                    <a:pt x="280" y="146"/>
                  </a:lnTo>
                  <a:lnTo>
                    <a:pt x="240" y="146"/>
                  </a:lnTo>
                  <a:lnTo>
                    <a:pt x="226" y="121"/>
                  </a:lnTo>
                  <a:lnTo>
                    <a:pt x="215" y="121"/>
                  </a:lnTo>
                  <a:lnTo>
                    <a:pt x="176" y="53"/>
                  </a:lnTo>
                  <a:lnTo>
                    <a:pt x="137" y="53"/>
                  </a:lnTo>
                  <a:lnTo>
                    <a:pt x="46" y="0"/>
                  </a:lnTo>
                  <a:lnTo>
                    <a:pt x="30" y="0"/>
                  </a:lnTo>
                  <a:lnTo>
                    <a:pt x="41" y="20"/>
                  </a:lnTo>
                  <a:lnTo>
                    <a:pt x="30" y="39"/>
                  </a:lnTo>
                  <a:lnTo>
                    <a:pt x="0" y="39"/>
                  </a:lnTo>
                  <a:lnTo>
                    <a:pt x="0" y="58"/>
                  </a:lnTo>
                  <a:lnTo>
                    <a:pt x="39" y="127"/>
                  </a:lnTo>
                  <a:lnTo>
                    <a:pt x="61" y="139"/>
                  </a:lnTo>
                  <a:lnTo>
                    <a:pt x="61" y="168"/>
                  </a:lnTo>
                  <a:lnTo>
                    <a:pt x="83" y="180"/>
                  </a:lnTo>
                  <a:lnTo>
                    <a:pt x="117" y="240"/>
                  </a:lnTo>
                  <a:lnTo>
                    <a:pt x="179" y="240"/>
                  </a:lnTo>
                  <a:lnTo>
                    <a:pt x="194" y="214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91"/>
            <p:cNvSpPr/>
            <p:nvPr/>
          </p:nvSpPr>
          <p:spPr>
            <a:xfrm>
              <a:off x="6875934" y="2353528"/>
              <a:ext cx="237852" cy="457562"/>
            </a:xfrm>
            <a:custGeom>
              <a:rect b="b" l="l" r="r" t="t"/>
              <a:pathLst>
                <a:path extrusionOk="0" h="227" w="118">
                  <a:moveTo>
                    <a:pt x="0" y="18"/>
                  </a:moveTo>
                  <a:lnTo>
                    <a:pt x="42" y="42"/>
                  </a:lnTo>
                  <a:lnTo>
                    <a:pt x="42" y="55"/>
                  </a:lnTo>
                  <a:lnTo>
                    <a:pt x="33" y="71"/>
                  </a:lnTo>
                  <a:lnTo>
                    <a:pt x="74" y="94"/>
                  </a:lnTo>
                  <a:lnTo>
                    <a:pt x="94" y="128"/>
                  </a:lnTo>
                  <a:lnTo>
                    <a:pt x="94" y="175"/>
                  </a:lnTo>
                  <a:lnTo>
                    <a:pt x="54" y="197"/>
                  </a:lnTo>
                  <a:lnTo>
                    <a:pt x="62" y="201"/>
                  </a:lnTo>
                  <a:lnTo>
                    <a:pt x="62" y="227"/>
                  </a:lnTo>
                  <a:lnTo>
                    <a:pt x="84" y="214"/>
                  </a:lnTo>
                  <a:lnTo>
                    <a:pt x="84" y="195"/>
                  </a:lnTo>
                  <a:lnTo>
                    <a:pt x="118" y="175"/>
                  </a:lnTo>
                  <a:lnTo>
                    <a:pt x="118" y="147"/>
                  </a:lnTo>
                  <a:lnTo>
                    <a:pt x="83" y="87"/>
                  </a:lnTo>
                  <a:lnTo>
                    <a:pt x="53" y="70"/>
                  </a:lnTo>
                  <a:lnTo>
                    <a:pt x="53" y="70"/>
                  </a:lnTo>
                  <a:lnTo>
                    <a:pt x="53" y="49"/>
                  </a:lnTo>
                  <a:lnTo>
                    <a:pt x="70" y="39"/>
                  </a:lnTo>
                  <a:lnTo>
                    <a:pt x="70" y="20"/>
                  </a:lnTo>
                  <a:lnTo>
                    <a:pt x="57" y="0"/>
                  </a:lnTo>
                  <a:lnTo>
                    <a:pt x="32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91"/>
            <p:cNvSpPr/>
            <p:nvPr/>
          </p:nvSpPr>
          <p:spPr>
            <a:xfrm>
              <a:off x="4761475" y="1561361"/>
              <a:ext cx="80628" cy="108847"/>
            </a:xfrm>
            <a:custGeom>
              <a:rect b="b" l="l" r="r" t="t"/>
              <a:pathLst>
                <a:path extrusionOk="0" h="54" w="40">
                  <a:moveTo>
                    <a:pt x="10" y="0"/>
                  </a:moveTo>
                  <a:lnTo>
                    <a:pt x="0" y="7"/>
                  </a:lnTo>
                  <a:lnTo>
                    <a:pt x="28" y="54"/>
                  </a:lnTo>
                  <a:lnTo>
                    <a:pt x="28" y="33"/>
                  </a:lnTo>
                  <a:lnTo>
                    <a:pt x="40" y="33"/>
                  </a:lnTo>
                  <a:lnTo>
                    <a:pt x="40" y="17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91"/>
            <p:cNvSpPr/>
            <p:nvPr/>
          </p:nvSpPr>
          <p:spPr>
            <a:xfrm>
              <a:off x="5541547" y="1648036"/>
              <a:ext cx="425310" cy="255993"/>
            </a:xfrm>
            <a:custGeom>
              <a:rect b="b" l="l" r="r" t="t"/>
              <a:pathLst>
                <a:path extrusionOk="0" h="127" w="211">
                  <a:moveTo>
                    <a:pt x="211" y="70"/>
                  </a:moveTo>
                  <a:lnTo>
                    <a:pt x="171" y="70"/>
                  </a:lnTo>
                  <a:lnTo>
                    <a:pt x="188" y="61"/>
                  </a:lnTo>
                  <a:lnTo>
                    <a:pt x="178" y="55"/>
                  </a:lnTo>
                  <a:lnTo>
                    <a:pt x="153" y="68"/>
                  </a:lnTo>
                  <a:lnTo>
                    <a:pt x="129" y="68"/>
                  </a:lnTo>
                  <a:lnTo>
                    <a:pt x="109" y="35"/>
                  </a:lnTo>
                  <a:lnTo>
                    <a:pt x="70" y="35"/>
                  </a:lnTo>
                  <a:lnTo>
                    <a:pt x="62" y="18"/>
                  </a:lnTo>
                  <a:lnTo>
                    <a:pt x="30" y="0"/>
                  </a:lnTo>
                  <a:lnTo>
                    <a:pt x="0" y="17"/>
                  </a:lnTo>
                  <a:lnTo>
                    <a:pt x="0" y="68"/>
                  </a:lnTo>
                  <a:lnTo>
                    <a:pt x="13" y="68"/>
                  </a:lnTo>
                  <a:lnTo>
                    <a:pt x="26" y="44"/>
                  </a:lnTo>
                  <a:lnTo>
                    <a:pt x="53" y="60"/>
                  </a:lnTo>
                  <a:lnTo>
                    <a:pt x="53" y="72"/>
                  </a:lnTo>
                  <a:lnTo>
                    <a:pt x="68" y="72"/>
                  </a:lnTo>
                  <a:lnTo>
                    <a:pt x="141" y="114"/>
                  </a:lnTo>
                  <a:lnTo>
                    <a:pt x="141" y="127"/>
                  </a:lnTo>
                  <a:lnTo>
                    <a:pt x="160" y="127"/>
                  </a:lnTo>
                  <a:lnTo>
                    <a:pt x="160" y="106"/>
                  </a:lnTo>
                  <a:lnTo>
                    <a:pt x="150" y="100"/>
                  </a:lnTo>
                  <a:lnTo>
                    <a:pt x="161" y="80"/>
                  </a:lnTo>
                  <a:lnTo>
                    <a:pt x="174" y="80"/>
                  </a:lnTo>
                  <a:lnTo>
                    <a:pt x="188" y="88"/>
                  </a:lnTo>
                  <a:lnTo>
                    <a:pt x="201" y="88"/>
                  </a:lnTo>
                  <a:lnTo>
                    <a:pt x="211" y="7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91"/>
            <p:cNvSpPr/>
            <p:nvPr/>
          </p:nvSpPr>
          <p:spPr>
            <a:xfrm>
              <a:off x="5712881" y="1920154"/>
              <a:ext cx="397090" cy="421280"/>
            </a:xfrm>
            <a:custGeom>
              <a:rect b="b" l="l" r="r" t="t"/>
              <a:pathLst>
                <a:path extrusionOk="0" h="209" w="197">
                  <a:moveTo>
                    <a:pt x="152" y="167"/>
                  </a:moveTo>
                  <a:lnTo>
                    <a:pt x="124" y="152"/>
                  </a:lnTo>
                  <a:lnTo>
                    <a:pt x="131" y="141"/>
                  </a:lnTo>
                  <a:lnTo>
                    <a:pt x="149" y="141"/>
                  </a:lnTo>
                  <a:lnTo>
                    <a:pt x="185" y="80"/>
                  </a:lnTo>
                  <a:lnTo>
                    <a:pt x="166" y="47"/>
                  </a:lnTo>
                  <a:lnTo>
                    <a:pt x="166" y="35"/>
                  </a:lnTo>
                  <a:lnTo>
                    <a:pt x="197" y="35"/>
                  </a:lnTo>
                  <a:lnTo>
                    <a:pt x="197" y="22"/>
                  </a:lnTo>
                  <a:lnTo>
                    <a:pt x="158" y="0"/>
                  </a:lnTo>
                  <a:lnTo>
                    <a:pt x="133" y="0"/>
                  </a:lnTo>
                  <a:lnTo>
                    <a:pt x="121" y="6"/>
                  </a:lnTo>
                  <a:lnTo>
                    <a:pt x="121" y="40"/>
                  </a:lnTo>
                  <a:lnTo>
                    <a:pt x="110" y="47"/>
                  </a:lnTo>
                  <a:lnTo>
                    <a:pt x="110" y="82"/>
                  </a:lnTo>
                  <a:lnTo>
                    <a:pt x="75" y="102"/>
                  </a:lnTo>
                  <a:lnTo>
                    <a:pt x="75" y="118"/>
                  </a:lnTo>
                  <a:lnTo>
                    <a:pt x="0" y="118"/>
                  </a:lnTo>
                  <a:lnTo>
                    <a:pt x="28" y="134"/>
                  </a:lnTo>
                  <a:lnTo>
                    <a:pt x="28" y="175"/>
                  </a:lnTo>
                  <a:lnTo>
                    <a:pt x="70" y="175"/>
                  </a:lnTo>
                  <a:lnTo>
                    <a:pt x="129" y="209"/>
                  </a:lnTo>
                  <a:lnTo>
                    <a:pt x="129" y="209"/>
                  </a:lnTo>
                  <a:lnTo>
                    <a:pt x="152" y="196"/>
                  </a:lnTo>
                  <a:lnTo>
                    <a:pt x="152" y="167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91"/>
            <p:cNvSpPr/>
            <p:nvPr/>
          </p:nvSpPr>
          <p:spPr>
            <a:xfrm>
              <a:off x="5247256" y="1819369"/>
              <a:ext cx="522063" cy="453531"/>
            </a:xfrm>
            <a:custGeom>
              <a:rect b="b" l="l" r="r" t="t"/>
              <a:pathLst>
                <a:path extrusionOk="0" h="225" w="259">
                  <a:moveTo>
                    <a:pt x="231" y="168"/>
                  </a:moveTo>
                  <a:lnTo>
                    <a:pt x="246" y="141"/>
                  </a:lnTo>
                  <a:lnTo>
                    <a:pt x="247" y="141"/>
                  </a:lnTo>
                  <a:lnTo>
                    <a:pt x="225" y="129"/>
                  </a:lnTo>
                  <a:lnTo>
                    <a:pt x="225" y="77"/>
                  </a:lnTo>
                  <a:lnTo>
                    <a:pt x="225" y="55"/>
                  </a:lnTo>
                  <a:lnTo>
                    <a:pt x="179" y="29"/>
                  </a:lnTo>
                  <a:lnTo>
                    <a:pt x="137" y="29"/>
                  </a:lnTo>
                  <a:lnTo>
                    <a:pt x="129" y="33"/>
                  </a:lnTo>
                  <a:lnTo>
                    <a:pt x="129" y="53"/>
                  </a:lnTo>
                  <a:lnTo>
                    <a:pt x="86" y="53"/>
                  </a:lnTo>
                  <a:lnTo>
                    <a:pt x="55" y="35"/>
                  </a:lnTo>
                  <a:lnTo>
                    <a:pt x="55" y="17"/>
                  </a:lnTo>
                  <a:lnTo>
                    <a:pt x="46" y="0"/>
                  </a:lnTo>
                  <a:lnTo>
                    <a:pt x="28" y="10"/>
                  </a:lnTo>
                  <a:lnTo>
                    <a:pt x="28" y="23"/>
                  </a:lnTo>
                  <a:lnTo>
                    <a:pt x="10" y="23"/>
                  </a:lnTo>
                  <a:lnTo>
                    <a:pt x="0" y="23"/>
                  </a:lnTo>
                  <a:lnTo>
                    <a:pt x="0" y="47"/>
                  </a:lnTo>
                  <a:lnTo>
                    <a:pt x="30" y="64"/>
                  </a:lnTo>
                  <a:lnTo>
                    <a:pt x="30" y="101"/>
                  </a:lnTo>
                  <a:lnTo>
                    <a:pt x="59" y="118"/>
                  </a:lnTo>
                  <a:lnTo>
                    <a:pt x="59" y="160"/>
                  </a:lnTo>
                  <a:lnTo>
                    <a:pt x="80" y="147"/>
                  </a:lnTo>
                  <a:lnTo>
                    <a:pt x="102" y="160"/>
                  </a:lnTo>
                  <a:lnTo>
                    <a:pt x="102" y="175"/>
                  </a:lnTo>
                  <a:lnTo>
                    <a:pt x="158" y="207"/>
                  </a:lnTo>
                  <a:lnTo>
                    <a:pt x="180" y="194"/>
                  </a:lnTo>
                  <a:lnTo>
                    <a:pt x="197" y="204"/>
                  </a:lnTo>
                  <a:lnTo>
                    <a:pt x="197" y="225"/>
                  </a:lnTo>
                  <a:lnTo>
                    <a:pt x="259" y="225"/>
                  </a:lnTo>
                  <a:lnTo>
                    <a:pt x="259" y="184"/>
                  </a:lnTo>
                  <a:lnTo>
                    <a:pt x="231" y="168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91"/>
            <p:cNvSpPr/>
            <p:nvPr/>
          </p:nvSpPr>
          <p:spPr>
            <a:xfrm>
              <a:off x="5160582" y="1736727"/>
              <a:ext cx="112879" cy="52408"/>
            </a:xfrm>
            <a:custGeom>
              <a:rect b="b" l="l" r="r" t="t"/>
              <a:pathLst>
                <a:path extrusionOk="0" h="26" w="56">
                  <a:moveTo>
                    <a:pt x="0" y="0"/>
                  </a:moveTo>
                  <a:lnTo>
                    <a:pt x="0" y="26"/>
                  </a:lnTo>
                  <a:lnTo>
                    <a:pt x="28" y="26"/>
                  </a:lnTo>
                  <a:lnTo>
                    <a:pt x="56" y="26"/>
                  </a:lnTo>
                  <a:lnTo>
                    <a:pt x="56" y="26"/>
                  </a:lnTo>
                  <a:lnTo>
                    <a:pt x="56" y="11"/>
                  </a:lnTo>
                  <a:lnTo>
                    <a:pt x="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91"/>
            <p:cNvSpPr/>
            <p:nvPr/>
          </p:nvSpPr>
          <p:spPr>
            <a:xfrm>
              <a:off x="4610299" y="680523"/>
              <a:ext cx="3521595" cy="1098549"/>
            </a:xfrm>
            <a:custGeom>
              <a:rect b="b" l="l" r="r" t="t"/>
              <a:pathLst>
                <a:path extrusionOk="0" h="521" w="1671">
                  <a:moveTo>
                    <a:pt x="22" y="318"/>
                  </a:moveTo>
                  <a:cubicBezTo>
                    <a:pt x="22" y="332"/>
                    <a:pt x="22" y="332"/>
                    <a:pt x="22" y="332"/>
                  </a:cubicBezTo>
                  <a:cubicBezTo>
                    <a:pt x="0" y="332"/>
                    <a:pt x="0" y="332"/>
                    <a:pt x="0" y="332"/>
                  </a:cubicBezTo>
                  <a:cubicBezTo>
                    <a:pt x="0" y="318"/>
                    <a:pt x="0" y="318"/>
                    <a:pt x="0" y="318"/>
                  </a:cubicBezTo>
                  <a:lnTo>
                    <a:pt x="22" y="318"/>
                  </a:lnTo>
                  <a:close/>
                  <a:moveTo>
                    <a:pt x="1073" y="61"/>
                  </a:moveTo>
                  <a:cubicBezTo>
                    <a:pt x="1052" y="49"/>
                    <a:pt x="1052" y="49"/>
                    <a:pt x="1052" y="49"/>
                  </a:cubicBezTo>
                  <a:cubicBezTo>
                    <a:pt x="1005" y="49"/>
                    <a:pt x="1005" y="49"/>
                    <a:pt x="1005" y="49"/>
                  </a:cubicBezTo>
                  <a:cubicBezTo>
                    <a:pt x="1026" y="61"/>
                    <a:pt x="1026" y="61"/>
                    <a:pt x="1026" y="61"/>
                  </a:cubicBezTo>
                  <a:lnTo>
                    <a:pt x="1073" y="61"/>
                  </a:lnTo>
                  <a:close/>
                  <a:moveTo>
                    <a:pt x="553" y="0"/>
                  </a:moveTo>
                  <a:cubicBezTo>
                    <a:pt x="553" y="0"/>
                    <a:pt x="553" y="0"/>
                    <a:pt x="553" y="0"/>
                  </a:cubicBezTo>
                  <a:cubicBezTo>
                    <a:pt x="583" y="0"/>
                    <a:pt x="583" y="0"/>
                    <a:pt x="583" y="0"/>
                  </a:cubicBezTo>
                  <a:cubicBezTo>
                    <a:pt x="595" y="7"/>
                    <a:pt x="595" y="7"/>
                    <a:pt x="595" y="7"/>
                  </a:cubicBezTo>
                  <a:cubicBezTo>
                    <a:pt x="612" y="7"/>
                    <a:pt x="612" y="7"/>
                    <a:pt x="612" y="7"/>
                  </a:cubicBezTo>
                  <a:cubicBezTo>
                    <a:pt x="629" y="18"/>
                    <a:pt x="629" y="18"/>
                    <a:pt x="629" y="18"/>
                  </a:cubicBezTo>
                  <a:cubicBezTo>
                    <a:pt x="583" y="18"/>
                    <a:pt x="583" y="18"/>
                    <a:pt x="583" y="18"/>
                  </a:cubicBezTo>
                  <a:lnTo>
                    <a:pt x="553" y="0"/>
                  </a:lnTo>
                  <a:close/>
                  <a:moveTo>
                    <a:pt x="1431" y="442"/>
                  </a:moveTo>
                  <a:cubicBezTo>
                    <a:pt x="1380" y="352"/>
                    <a:pt x="1380" y="352"/>
                    <a:pt x="1380" y="352"/>
                  </a:cubicBezTo>
                  <a:cubicBezTo>
                    <a:pt x="1392" y="352"/>
                    <a:pt x="1392" y="352"/>
                    <a:pt x="1392" y="352"/>
                  </a:cubicBezTo>
                  <a:cubicBezTo>
                    <a:pt x="1443" y="442"/>
                    <a:pt x="1443" y="442"/>
                    <a:pt x="1443" y="442"/>
                  </a:cubicBezTo>
                  <a:lnTo>
                    <a:pt x="1431" y="442"/>
                  </a:lnTo>
                  <a:close/>
                  <a:moveTo>
                    <a:pt x="316" y="119"/>
                  </a:moveTo>
                  <a:cubicBezTo>
                    <a:pt x="272" y="93"/>
                    <a:pt x="272" y="93"/>
                    <a:pt x="272" y="93"/>
                  </a:cubicBezTo>
                  <a:cubicBezTo>
                    <a:pt x="284" y="72"/>
                    <a:pt x="284" y="72"/>
                    <a:pt x="284" y="72"/>
                  </a:cubicBezTo>
                  <a:cubicBezTo>
                    <a:pt x="333" y="44"/>
                    <a:pt x="333" y="44"/>
                    <a:pt x="333" y="44"/>
                  </a:cubicBezTo>
                  <a:cubicBezTo>
                    <a:pt x="384" y="44"/>
                    <a:pt x="384" y="44"/>
                    <a:pt x="384" y="44"/>
                  </a:cubicBezTo>
                  <a:cubicBezTo>
                    <a:pt x="363" y="56"/>
                    <a:pt x="363" y="56"/>
                    <a:pt x="363" y="56"/>
                  </a:cubicBezTo>
                  <a:cubicBezTo>
                    <a:pt x="339" y="56"/>
                    <a:pt x="339" y="56"/>
                    <a:pt x="339" y="56"/>
                  </a:cubicBezTo>
                  <a:cubicBezTo>
                    <a:pt x="295" y="82"/>
                    <a:pt x="295" y="82"/>
                    <a:pt x="295" y="82"/>
                  </a:cubicBezTo>
                  <a:lnTo>
                    <a:pt x="316" y="119"/>
                  </a:lnTo>
                  <a:close/>
                  <a:moveTo>
                    <a:pt x="1086" y="85"/>
                  </a:moveTo>
                  <a:cubicBezTo>
                    <a:pt x="1073" y="85"/>
                    <a:pt x="1073" y="85"/>
                    <a:pt x="1073" y="85"/>
                  </a:cubicBezTo>
                  <a:cubicBezTo>
                    <a:pt x="1073" y="78"/>
                    <a:pt x="1073" y="78"/>
                    <a:pt x="1073" y="78"/>
                  </a:cubicBezTo>
                  <a:cubicBezTo>
                    <a:pt x="1086" y="78"/>
                    <a:pt x="1086" y="78"/>
                    <a:pt x="1086" y="78"/>
                  </a:cubicBezTo>
                  <a:lnTo>
                    <a:pt x="1086" y="85"/>
                  </a:lnTo>
                  <a:close/>
                  <a:moveTo>
                    <a:pt x="1117" y="68"/>
                  </a:moveTo>
                  <a:cubicBezTo>
                    <a:pt x="1104" y="68"/>
                    <a:pt x="1104" y="68"/>
                    <a:pt x="1104" y="68"/>
                  </a:cubicBezTo>
                  <a:cubicBezTo>
                    <a:pt x="1104" y="61"/>
                    <a:pt x="1104" y="61"/>
                    <a:pt x="1104" y="61"/>
                  </a:cubicBezTo>
                  <a:cubicBezTo>
                    <a:pt x="1117" y="61"/>
                    <a:pt x="1117" y="61"/>
                    <a:pt x="1117" y="61"/>
                  </a:cubicBezTo>
                  <a:lnTo>
                    <a:pt x="1117" y="68"/>
                  </a:lnTo>
                  <a:close/>
                  <a:moveTo>
                    <a:pt x="262" y="146"/>
                  </a:moveTo>
                  <a:cubicBezTo>
                    <a:pt x="242" y="146"/>
                    <a:pt x="242" y="146"/>
                    <a:pt x="242" y="146"/>
                  </a:cubicBezTo>
                  <a:cubicBezTo>
                    <a:pt x="242" y="136"/>
                    <a:pt x="242" y="136"/>
                    <a:pt x="242" y="136"/>
                  </a:cubicBezTo>
                  <a:cubicBezTo>
                    <a:pt x="262" y="136"/>
                    <a:pt x="262" y="136"/>
                    <a:pt x="262" y="136"/>
                  </a:cubicBezTo>
                  <a:lnTo>
                    <a:pt x="262" y="146"/>
                  </a:lnTo>
                  <a:close/>
                  <a:moveTo>
                    <a:pt x="1593" y="177"/>
                  </a:moveTo>
                  <a:cubicBezTo>
                    <a:pt x="1617" y="177"/>
                    <a:pt x="1617" y="177"/>
                    <a:pt x="1617" y="177"/>
                  </a:cubicBezTo>
                  <a:cubicBezTo>
                    <a:pt x="1638" y="189"/>
                    <a:pt x="1638" y="189"/>
                    <a:pt x="1638" y="189"/>
                  </a:cubicBezTo>
                  <a:cubicBezTo>
                    <a:pt x="1638" y="189"/>
                    <a:pt x="1638" y="189"/>
                    <a:pt x="1638" y="189"/>
                  </a:cubicBezTo>
                  <a:cubicBezTo>
                    <a:pt x="1671" y="189"/>
                    <a:pt x="1671" y="189"/>
                    <a:pt x="1671" y="189"/>
                  </a:cubicBezTo>
                  <a:cubicBezTo>
                    <a:pt x="1657" y="164"/>
                    <a:pt x="1657" y="164"/>
                    <a:pt x="1657" y="164"/>
                  </a:cubicBezTo>
                  <a:cubicBezTo>
                    <a:pt x="1608" y="164"/>
                    <a:pt x="1608" y="164"/>
                    <a:pt x="1608" y="164"/>
                  </a:cubicBezTo>
                  <a:cubicBezTo>
                    <a:pt x="1585" y="150"/>
                    <a:pt x="1585" y="150"/>
                    <a:pt x="1585" y="150"/>
                  </a:cubicBezTo>
                  <a:cubicBezTo>
                    <a:pt x="1546" y="150"/>
                    <a:pt x="1546" y="150"/>
                    <a:pt x="1546" y="150"/>
                  </a:cubicBezTo>
                  <a:cubicBezTo>
                    <a:pt x="1503" y="126"/>
                    <a:pt x="1503" y="126"/>
                    <a:pt x="1503" y="126"/>
                  </a:cubicBezTo>
                  <a:cubicBezTo>
                    <a:pt x="1503" y="126"/>
                    <a:pt x="1503" y="126"/>
                    <a:pt x="1503" y="126"/>
                  </a:cubicBezTo>
                  <a:cubicBezTo>
                    <a:pt x="1312" y="126"/>
                    <a:pt x="1312" y="126"/>
                    <a:pt x="1312" y="126"/>
                  </a:cubicBezTo>
                  <a:cubicBezTo>
                    <a:pt x="1290" y="114"/>
                    <a:pt x="1290" y="114"/>
                    <a:pt x="1290" y="114"/>
                  </a:cubicBezTo>
                  <a:cubicBezTo>
                    <a:pt x="1214" y="114"/>
                    <a:pt x="1214" y="114"/>
                    <a:pt x="1214" y="114"/>
                  </a:cubicBezTo>
                  <a:cubicBezTo>
                    <a:pt x="1187" y="98"/>
                    <a:pt x="1187" y="98"/>
                    <a:pt x="1187" y="98"/>
                  </a:cubicBezTo>
                  <a:cubicBezTo>
                    <a:pt x="1083" y="98"/>
                    <a:pt x="1083" y="98"/>
                    <a:pt x="1083" y="98"/>
                  </a:cubicBezTo>
                  <a:cubicBezTo>
                    <a:pt x="1083" y="110"/>
                    <a:pt x="1083" y="110"/>
                    <a:pt x="1083" y="110"/>
                  </a:cubicBezTo>
                  <a:cubicBezTo>
                    <a:pt x="1010" y="110"/>
                    <a:pt x="1010" y="110"/>
                    <a:pt x="1010" y="110"/>
                  </a:cubicBezTo>
                  <a:cubicBezTo>
                    <a:pt x="960" y="82"/>
                    <a:pt x="960" y="82"/>
                    <a:pt x="960" y="82"/>
                  </a:cubicBezTo>
                  <a:cubicBezTo>
                    <a:pt x="960" y="82"/>
                    <a:pt x="960" y="82"/>
                    <a:pt x="960" y="82"/>
                  </a:cubicBezTo>
                  <a:cubicBezTo>
                    <a:pt x="793" y="82"/>
                    <a:pt x="793" y="82"/>
                    <a:pt x="793" y="82"/>
                  </a:cubicBezTo>
                  <a:cubicBezTo>
                    <a:pt x="772" y="94"/>
                    <a:pt x="772" y="94"/>
                    <a:pt x="772" y="94"/>
                  </a:cubicBezTo>
                  <a:cubicBezTo>
                    <a:pt x="748" y="94"/>
                    <a:pt x="748" y="94"/>
                    <a:pt x="748" y="94"/>
                  </a:cubicBezTo>
                  <a:cubicBezTo>
                    <a:pt x="797" y="65"/>
                    <a:pt x="797" y="65"/>
                    <a:pt x="797" y="65"/>
                  </a:cubicBezTo>
                  <a:cubicBezTo>
                    <a:pt x="785" y="44"/>
                    <a:pt x="785" y="44"/>
                    <a:pt x="785" y="44"/>
                  </a:cubicBezTo>
                  <a:cubicBezTo>
                    <a:pt x="715" y="44"/>
                    <a:pt x="715" y="44"/>
                    <a:pt x="715" y="44"/>
                  </a:cubicBezTo>
                  <a:cubicBezTo>
                    <a:pt x="694" y="32"/>
                    <a:pt x="694" y="32"/>
                    <a:pt x="694" y="32"/>
                  </a:cubicBezTo>
                  <a:cubicBezTo>
                    <a:pt x="650" y="58"/>
                    <a:pt x="650" y="58"/>
                    <a:pt x="650" y="58"/>
                  </a:cubicBezTo>
                  <a:cubicBezTo>
                    <a:pt x="650" y="58"/>
                    <a:pt x="650" y="58"/>
                    <a:pt x="650" y="58"/>
                  </a:cubicBezTo>
                  <a:cubicBezTo>
                    <a:pt x="581" y="58"/>
                    <a:pt x="581" y="58"/>
                    <a:pt x="581" y="58"/>
                  </a:cubicBezTo>
                  <a:cubicBezTo>
                    <a:pt x="569" y="79"/>
                    <a:pt x="569" y="79"/>
                    <a:pt x="569" y="79"/>
                  </a:cubicBezTo>
                  <a:cubicBezTo>
                    <a:pt x="569" y="79"/>
                    <a:pt x="569" y="79"/>
                    <a:pt x="569" y="79"/>
                  </a:cubicBezTo>
                  <a:cubicBezTo>
                    <a:pt x="526" y="79"/>
                    <a:pt x="526" y="79"/>
                    <a:pt x="526" y="79"/>
                  </a:cubicBezTo>
                  <a:cubicBezTo>
                    <a:pt x="538" y="98"/>
                    <a:pt x="538" y="98"/>
                    <a:pt x="538" y="98"/>
                  </a:cubicBezTo>
                  <a:cubicBezTo>
                    <a:pt x="484" y="98"/>
                    <a:pt x="484" y="98"/>
                    <a:pt x="484" y="98"/>
                  </a:cubicBezTo>
                  <a:cubicBezTo>
                    <a:pt x="502" y="130"/>
                    <a:pt x="502" y="130"/>
                    <a:pt x="502" y="130"/>
                  </a:cubicBezTo>
                  <a:cubicBezTo>
                    <a:pt x="538" y="130"/>
                    <a:pt x="538" y="130"/>
                    <a:pt x="538" y="130"/>
                  </a:cubicBezTo>
                  <a:cubicBezTo>
                    <a:pt x="551" y="151"/>
                    <a:pt x="551" y="151"/>
                    <a:pt x="551" y="151"/>
                  </a:cubicBezTo>
                  <a:cubicBezTo>
                    <a:pt x="522" y="151"/>
                    <a:pt x="522" y="151"/>
                    <a:pt x="522" y="151"/>
                  </a:cubicBezTo>
                  <a:cubicBezTo>
                    <a:pt x="501" y="164"/>
                    <a:pt x="501" y="164"/>
                    <a:pt x="501" y="164"/>
                  </a:cubicBezTo>
                  <a:cubicBezTo>
                    <a:pt x="470" y="110"/>
                    <a:pt x="470" y="110"/>
                    <a:pt x="470" y="110"/>
                  </a:cubicBezTo>
                  <a:cubicBezTo>
                    <a:pt x="458" y="110"/>
                    <a:pt x="458" y="110"/>
                    <a:pt x="458" y="110"/>
                  </a:cubicBezTo>
                  <a:cubicBezTo>
                    <a:pt x="445" y="89"/>
                    <a:pt x="445" y="89"/>
                    <a:pt x="445" y="89"/>
                  </a:cubicBezTo>
                  <a:cubicBezTo>
                    <a:pt x="421" y="89"/>
                    <a:pt x="421" y="89"/>
                    <a:pt x="421" y="89"/>
                  </a:cubicBezTo>
                  <a:cubicBezTo>
                    <a:pt x="421" y="117"/>
                    <a:pt x="421" y="117"/>
                    <a:pt x="421" y="117"/>
                  </a:cubicBezTo>
                  <a:cubicBezTo>
                    <a:pt x="453" y="135"/>
                    <a:pt x="453" y="135"/>
                    <a:pt x="453" y="135"/>
                  </a:cubicBezTo>
                  <a:cubicBezTo>
                    <a:pt x="453" y="151"/>
                    <a:pt x="453" y="151"/>
                    <a:pt x="453" y="151"/>
                  </a:cubicBezTo>
                  <a:cubicBezTo>
                    <a:pt x="420" y="133"/>
                    <a:pt x="420" y="133"/>
                    <a:pt x="420" y="133"/>
                  </a:cubicBezTo>
                  <a:cubicBezTo>
                    <a:pt x="420" y="133"/>
                    <a:pt x="420" y="133"/>
                    <a:pt x="420" y="133"/>
                  </a:cubicBezTo>
                  <a:cubicBezTo>
                    <a:pt x="363" y="133"/>
                    <a:pt x="363" y="133"/>
                    <a:pt x="363" y="133"/>
                  </a:cubicBezTo>
                  <a:cubicBezTo>
                    <a:pt x="342" y="145"/>
                    <a:pt x="342" y="145"/>
                    <a:pt x="342" y="145"/>
                  </a:cubicBezTo>
                  <a:cubicBezTo>
                    <a:pt x="299" y="145"/>
                    <a:pt x="299" y="145"/>
                    <a:pt x="299" y="145"/>
                  </a:cubicBezTo>
                  <a:cubicBezTo>
                    <a:pt x="262" y="166"/>
                    <a:pt x="262" y="166"/>
                    <a:pt x="262" y="166"/>
                  </a:cubicBezTo>
                  <a:cubicBezTo>
                    <a:pt x="228" y="166"/>
                    <a:pt x="228" y="166"/>
                    <a:pt x="228" y="166"/>
                  </a:cubicBezTo>
                  <a:cubicBezTo>
                    <a:pt x="221" y="161"/>
                    <a:pt x="212" y="156"/>
                    <a:pt x="212" y="156"/>
                  </a:cubicBezTo>
                  <a:cubicBezTo>
                    <a:pt x="212" y="175"/>
                    <a:pt x="212" y="175"/>
                    <a:pt x="212" y="175"/>
                  </a:cubicBezTo>
                  <a:cubicBezTo>
                    <a:pt x="162" y="204"/>
                    <a:pt x="162" y="204"/>
                    <a:pt x="162" y="204"/>
                  </a:cubicBezTo>
                  <a:cubicBezTo>
                    <a:pt x="138" y="204"/>
                    <a:pt x="138" y="204"/>
                    <a:pt x="138" y="204"/>
                  </a:cubicBezTo>
                  <a:cubicBezTo>
                    <a:pt x="120" y="172"/>
                    <a:pt x="120" y="172"/>
                    <a:pt x="120" y="172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117" y="157"/>
                    <a:pt x="117" y="157"/>
                    <a:pt x="117" y="157"/>
                  </a:cubicBezTo>
                  <a:cubicBezTo>
                    <a:pt x="144" y="172"/>
                    <a:pt x="144" y="172"/>
                    <a:pt x="144" y="172"/>
                  </a:cubicBezTo>
                  <a:cubicBezTo>
                    <a:pt x="176" y="172"/>
                    <a:pt x="176" y="172"/>
                    <a:pt x="176" y="172"/>
                  </a:cubicBezTo>
                  <a:cubicBezTo>
                    <a:pt x="176" y="154"/>
                    <a:pt x="176" y="154"/>
                    <a:pt x="176" y="154"/>
                  </a:cubicBezTo>
                  <a:cubicBezTo>
                    <a:pt x="144" y="135"/>
                    <a:pt x="144" y="135"/>
                    <a:pt x="144" y="135"/>
                  </a:cubicBezTo>
                  <a:cubicBezTo>
                    <a:pt x="109" y="135"/>
                    <a:pt x="109" y="135"/>
                    <a:pt x="109" y="135"/>
                  </a:cubicBezTo>
                  <a:cubicBezTo>
                    <a:pt x="88" y="123"/>
                    <a:pt x="88" y="123"/>
                    <a:pt x="88" y="123"/>
                  </a:cubicBezTo>
                  <a:cubicBezTo>
                    <a:pt x="81" y="123"/>
                    <a:pt x="81" y="123"/>
                    <a:pt x="81" y="123"/>
                  </a:cubicBezTo>
                  <a:cubicBezTo>
                    <a:pt x="58" y="136"/>
                    <a:pt x="58" y="136"/>
                    <a:pt x="58" y="136"/>
                  </a:cubicBezTo>
                  <a:cubicBezTo>
                    <a:pt x="58" y="150"/>
                    <a:pt x="58" y="150"/>
                    <a:pt x="58" y="150"/>
                  </a:cubicBezTo>
                  <a:cubicBezTo>
                    <a:pt x="94" y="212"/>
                    <a:pt x="94" y="212"/>
                    <a:pt x="94" y="212"/>
                  </a:cubicBezTo>
                  <a:cubicBezTo>
                    <a:pt x="75" y="245"/>
                    <a:pt x="75" y="245"/>
                    <a:pt x="75" y="245"/>
                  </a:cubicBezTo>
                  <a:cubicBezTo>
                    <a:pt x="88" y="245"/>
                    <a:pt x="88" y="245"/>
                    <a:pt x="88" y="245"/>
                  </a:cubicBezTo>
                  <a:cubicBezTo>
                    <a:pt x="75" y="266"/>
                    <a:pt x="75" y="266"/>
                    <a:pt x="75" y="266"/>
                  </a:cubicBezTo>
                  <a:cubicBezTo>
                    <a:pt x="75" y="303"/>
                    <a:pt x="75" y="303"/>
                    <a:pt x="75" y="303"/>
                  </a:cubicBezTo>
                  <a:cubicBezTo>
                    <a:pt x="94" y="303"/>
                    <a:pt x="94" y="303"/>
                    <a:pt x="94" y="303"/>
                  </a:cubicBezTo>
                  <a:cubicBezTo>
                    <a:pt x="110" y="312"/>
                    <a:pt x="110" y="312"/>
                    <a:pt x="110" y="312"/>
                  </a:cubicBezTo>
                  <a:cubicBezTo>
                    <a:pt x="110" y="326"/>
                    <a:pt x="110" y="326"/>
                    <a:pt x="110" y="326"/>
                  </a:cubicBezTo>
                  <a:cubicBezTo>
                    <a:pt x="134" y="340"/>
                    <a:pt x="134" y="340"/>
                    <a:pt x="134" y="340"/>
                  </a:cubicBezTo>
                  <a:cubicBezTo>
                    <a:pt x="134" y="361"/>
                    <a:pt x="134" y="361"/>
                    <a:pt x="134" y="361"/>
                  </a:cubicBezTo>
                  <a:cubicBezTo>
                    <a:pt x="153" y="361"/>
                    <a:pt x="153" y="361"/>
                    <a:pt x="153" y="361"/>
                  </a:cubicBezTo>
                  <a:cubicBezTo>
                    <a:pt x="169" y="389"/>
                    <a:pt x="169" y="389"/>
                    <a:pt x="169" y="389"/>
                  </a:cubicBezTo>
                  <a:cubicBezTo>
                    <a:pt x="210" y="389"/>
                    <a:pt x="210" y="389"/>
                    <a:pt x="210" y="389"/>
                  </a:cubicBezTo>
                  <a:cubicBezTo>
                    <a:pt x="227" y="399"/>
                    <a:pt x="227" y="399"/>
                    <a:pt x="227" y="399"/>
                  </a:cubicBezTo>
                  <a:cubicBezTo>
                    <a:pt x="227" y="434"/>
                    <a:pt x="227" y="434"/>
                    <a:pt x="227" y="434"/>
                  </a:cubicBezTo>
                  <a:cubicBezTo>
                    <a:pt x="209" y="444"/>
                    <a:pt x="209" y="444"/>
                    <a:pt x="209" y="444"/>
                  </a:cubicBezTo>
                  <a:cubicBezTo>
                    <a:pt x="209" y="463"/>
                    <a:pt x="209" y="463"/>
                    <a:pt x="209" y="463"/>
                  </a:cubicBezTo>
                  <a:cubicBezTo>
                    <a:pt x="199" y="463"/>
                    <a:pt x="199" y="463"/>
                    <a:pt x="199" y="463"/>
                  </a:cubicBezTo>
                  <a:cubicBezTo>
                    <a:pt x="199" y="472"/>
                    <a:pt x="199" y="472"/>
                    <a:pt x="199" y="472"/>
                  </a:cubicBezTo>
                  <a:cubicBezTo>
                    <a:pt x="211" y="472"/>
                    <a:pt x="211" y="472"/>
                    <a:pt x="211" y="472"/>
                  </a:cubicBezTo>
                  <a:cubicBezTo>
                    <a:pt x="261" y="501"/>
                    <a:pt x="261" y="501"/>
                    <a:pt x="261" y="501"/>
                  </a:cubicBezTo>
                  <a:cubicBezTo>
                    <a:pt x="298" y="501"/>
                    <a:pt x="298" y="501"/>
                    <a:pt x="298" y="501"/>
                  </a:cubicBezTo>
                  <a:cubicBezTo>
                    <a:pt x="314" y="511"/>
                    <a:pt x="314" y="511"/>
                    <a:pt x="314" y="511"/>
                  </a:cubicBezTo>
                  <a:cubicBezTo>
                    <a:pt x="331" y="521"/>
                    <a:pt x="331" y="521"/>
                    <a:pt x="331" y="521"/>
                  </a:cubicBezTo>
                  <a:cubicBezTo>
                    <a:pt x="342" y="514"/>
                    <a:pt x="342" y="514"/>
                    <a:pt x="342" y="514"/>
                  </a:cubicBezTo>
                  <a:cubicBezTo>
                    <a:pt x="312" y="463"/>
                    <a:pt x="312" y="463"/>
                    <a:pt x="312" y="463"/>
                  </a:cubicBezTo>
                  <a:cubicBezTo>
                    <a:pt x="336" y="449"/>
                    <a:pt x="336" y="449"/>
                    <a:pt x="336" y="449"/>
                  </a:cubicBezTo>
                  <a:cubicBezTo>
                    <a:pt x="336" y="448"/>
                    <a:pt x="336" y="437"/>
                    <a:pt x="336" y="437"/>
                  </a:cubicBezTo>
                  <a:cubicBezTo>
                    <a:pt x="306" y="420"/>
                    <a:pt x="306" y="420"/>
                    <a:pt x="306" y="420"/>
                  </a:cubicBezTo>
                  <a:cubicBezTo>
                    <a:pt x="306" y="394"/>
                    <a:pt x="306" y="394"/>
                    <a:pt x="306" y="394"/>
                  </a:cubicBezTo>
                  <a:cubicBezTo>
                    <a:pt x="342" y="373"/>
                    <a:pt x="342" y="373"/>
                    <a:pt x="342" y="373"/>
                  </a:cubicBezTo>
                  <a:cubicBezTo>
                    <a:pt x="367" y="373"/>
                    <a:pt x="367" y="373"/>
                    <a:pt x="367" y="373"/>
                  </a:cubicBezTo>
                  <a:cubicBezTo>
                    <a:pt x="388" y="385"/>
                    <a:pt x="388" y="385"/>
                    <a:pt x="388" y="385"/>
                  </a:cubicBezTo>
                  <a:cubicBezTo>
                    <a:pt x="462" y="385"/>
                    <a:pt x="462" y="385"/>
                    <a:pt x="462" y="385"/>
                  </a:cubicBezTo>
                  <a:cubicBezTo>
                    <a:pt x="462" y="373"/>
                    <a:pt x="462" y="373"/>
                    <a:pt x="462" y="373"/>
                  </a:cubicBezTo>
                  <a:cubicBezTo>
                    <a:pt x="448" y="349"/>
                    <a:pt x="448" y="349"/>
                    <a:pt x="448" y="349"/>
                  </a:cubicBezTo>
                  <a:cubicBezTo>
                    <a:pt x="448" y="337"/>
                    <a:pt x="448" y="337"/>
                    <a:pt x="448" y="337"/>
                  </a:cubicBezTo>
                  <a:cubicBezTo>
                    <a:pt x="476" y="336"/>
                    <a:pt x="476" y="336"/>
                    <a:pt x="476" y="336"/>
                  </a:cubicBezTo>
                  <a:cubicBezTo>
                    <a:pt x="502" y="321"/>
                    <a:pt x="502" y="321"/>
                    <a:pt x="502" y="321"/>
                  </a:cubicBezTo>
                  <a:cubicBezTo>
                    <a:pt x="544" y="321"/>
                    <a:pt x="544" y="321"/>
                    <a:pt x="544" y="321"/>
                  </a:cubicBezTo>
                  <a:cubicBezTo>
                    <a:pt x="581" y="342"/>
                    <a:pt x="581" y="342"/>
                    <a:pt x="581" y="342"/>
                  </a:cubicBezTo>
                  <a:cubicBezTo>
                    <a:pt x="602" y="342"/>
                    <a:pt x="602" y="342"/>
                    <a:pt x="602" y="342"/>
                  </a:cubicBezTo>
                  <a:cubicBezTo>
                    <a:pt x="616" y="334"/>
                    <a:pt x="616" y="334"/>
                    <a:pt x="616" y="334"/>
                  </a:cubicBezTo>
                  <a:cubicBezTo>
                    <a:pt x="660" y="360"/>
                    <a:pt x="660" y="360"/>
                    <a:pt x="660" y="360"/>
                  </a:cubicBezTo>
                  <a:cubicBezTo>
                    <a:pt x="672" y="381"/>
                    <a:pt x="672" y="381"/>
                    <a:pt x="672" y="381"/>
                  </a:cubicBezTo>
                  <a:cubicBezTo>
                    <a:pt x="726" y="381"/>
                    <a:pt x="726" y="381"/>
                    <a:pt x="726" y="381"/>
                  </a:cubicBezTo>
                  <a:cubicBezTo>
                    <a:pt x="768" y="405"/>
                    <a:pt x="768" y="405"/>
                    <a:pt x="768" y="405"/>
                  </a:cubicBezTo>
                  <a:cubicBezTo>
                    <a:pt x="809" y="381"/>
                    <a:pt x="809" y="381"/>
                    <a:pt x="809" y="381"/>
                  </a:cubicBezTo>
                  <a:cubicBezTo>
                    <a:pt x="840" y="381"/>
                    <a:pt x="840" y="381"/>
                    <a:pt x="840" y="381"/>
                  </a:cubicBezTo>
                  <a:cubicBezTo>
                    <a:pt x="867" y="397"/>
                    <a:pt x="867" y="397"/>
                    <a:pt x="867" y="397"/>
                  </a:cubicBezTo>
                  <a:cubicBezTo>
                    <a:pt x="892" y="397"/>
                    <a:pt x="892" y="397"/>
                    <a:pt x="892" y="397"/>
                  </a:cubicBezTo>
                  <a:cubicBezTo>
                    <a:pt x="892" y="385"/>
                    <a:pt x="892" y="385"/>
                    <a:pt x="892" y="385"/>
                  </a:cubicBezTo>
                  <a:cubicBezTo>
                    <a:pt x="882" y="367"/>
                    <a:pt x="882" y="367"/>
                    <a:pt x="882" y="367"/>
                  </a:cubicBezTo>
                  <a:cubicBezTo>
                    <a:pt x="908" y="367"/>
                    <a:pt x="908" y="367"/>
                    <a:pt x="908" y="367"/>
                  </a:cubicBezTo>
                  <a:cubicBezTo>
                    <a:pt x="948" y="391"/>
                    <a:pt x="948" y="391"/>
                    <a:pt x="948" y="391"/>
                  </a:cubicBezTo>
                  <a:cubicBezTo>
                    <a:pt x="997" y="391"/>
                    <a:pt x="997" y="391"/>
                    <a:pt x="997" y="391"/>
                  </a:cubicBezTo>
                  <a:cubicBezTo>
                    <a:pt x="1024" y="406"/>
                    <a:pt x="1024" y="406"/>
                    <a:pt x="1024" y="406"/>
                  </a:cubicBezTo>
                  <a:cubicBezTo>
                    <a:pt x="1050" y="406"/>
                    <a:pt x="1050" y="406"/>
                    <a:pt x="1050" y="406"/>
                  </a:cubicBezTo>
                  <a:cubicBezTo>
                    <a:pt x="1068" y="396"/>
                    <a:pt x="1068" y="396"/>
                    <a:pt x="1068" y="396"/>
                  </a:cubicBezTo>
                  <a:cubicBezTo>
                    <a:pt x="1111" y="396"/>
                    <a:pt x="1111" y="396"/>
                    <a:pt x="1111" y="396"/>
                  </a:cubicBezTo>
                  <a:cubicBezTo>
                    <a:pt x="1111" y="396"/>
                    <a:pt x="1111" y="396"/>
                    <a:pt x="1111" y="396"/>
                  </a:cubicBezTo>
                  <a:cubicBezTo>
                    <a:pt x="1131" y="396"/>
                    <a:pt x="1131" y="396"/>
                    <a:pt x="1131" y="396"/>
                  </a:cubicBezTo>
                  <a:cubicBezTo>
                    <a:pt x="1131" y="345"/>
                    <a:pt x="1131" y="345"/>
                    <a:pt x="1131" y="345"/>
                  </a:cubicBezTo>
                  <a:cubicBezTo>
                    <a:pt x="1169" y="345"/>
                    <a:pt x="1169" y="345"/>
                    <a:pt x="1169" y="345"/>
                  </a:cubicBezTo>
                  <a:cubicBezTo>
                    <a:pt x="1289" y="414"/>
                    <a:pt x="1289" y="414"/>
                    <a:pt x="1289" y="414"/>
                  </a:cubicBezTo>
                  <a:cubicBezTo>
                    <a:pt x="1289" y="431"/>
                    <a:pt x="1289" y="431"/>
                    <a:pt x="1289" y="431"/>
                  </a:cubicBezTo>
                  <a:cubicBezTo>
                    <a:pt x="1310" y="431"/>
                    <a:pt x="1310" y="431"/>
                    <a:pt x="1310" y="431"/>
                  </a:cubicBezTo>
                  <a:cubicBezTo>
                    <a:pt x="1333" y="418"/>
                    <a:pt x="1333" y="418"/>
                    <a:pt x="1333" y="418"/>
                  </a:cubicBezTo>
                  <a:cubicBezTo>
                    <a:pt x="1345" y="438"/>
                    <a:pt x="1345" y="438"/>
                    <a:pt x="1345" y="438"/>
                  </a:cubicBezTo>
                  <a:cubicBezTo>
                    <a:pt x="1345" y="473"/>
                    <a:pt x="1345" y="473"/>
                    <a:pt x="1345" y="473"/>
                  </a:cubicBezTo>
                  <a:cubicBezTo>
                    <a:pt x="1322" y="473"/>
                    <a:pt x="1322" y="473"/>
                    <a:pt x="1322" y="473"/>
                  </a:cubicBezTo>
                  <a:cubicBezTo>
                    <a:pt x="1336" y="497"/>
                    <a:pt x="1336" y="497"/>
                    <a:pt x="1336" y="497"/>
                  </a:cubicBezTo>
                  <a:cubicBezTo>
                    <a:pt x="1377" y="497"/>
                    <a:pt x="1377" y="497"/>
                    <a:pt x="1377" y="497"/>
                  </a:cubicBezTo>
                  <a:cubicBezTo>
                    <a:pt x="1389" y="476"/>
                    <a:pt x="1389" y="476"/>
                    <a:pt x="1389" y="476"/>
                  </a:cubicBezTo>
                  <a:cubicBezTo>
                    <a:pt x="1389" y="403"/>
                    <a:pt x="1389" y="403"/>
                    <a:pt x="1389" y="403"/>
                  </a:cubicBezTo>
                  <a:cubicBezTo>
                    <a:pt x="1359" y="351"/>
                    <a:pt x="1359" y="351"/>
                    <a:pt x="1359" y="351"/>
                  </a:cubicBezTo>
                  <a:cubicBezTo>
                    <a:pt x="1327" y="333"/>
                    <a:pt x="1327" y="333"/>
                    <a:pt x="1327" y="333"/>
                  </a:cubicBezTo>
                  <a:cubicBezTo>
                    <a:pt x="1306" y="345"/>
                    <a:pt x="1306" y="345"/>
                    <a:pt x="1306" y="345"/>
                  </a:cubicBezTo>
                  <a:cubicBezTo>
                    <a:pt x="1271" y="325"/>
                    <a:pt x="1271" y="325"/>
                    <a:pt x="1271" y="325"/>
                  </a:cubicBezTo>
                  <a:cubicBezTo>
                    <a:pt x="1292" y="289"/>
                    <a:pt x="1292" y="289"/>
                    <a:pt x="1292" y="289"/>
                  </a:cubicBezTo>
                  <a:cubicBezTo>
                    <a:pt x="1292" y="261"/>
                    <a:pt x="1292" y="261"/>
                    <a:pt x="1292" y="261"/>
                  </a:cubicBezTo>
                  <a:cubicBezTo>
                    <a:pt x="1395" y="261"/>
                    <a:pt x="1395" y="261"/>
                    <a:pt x="1395" y="261"/>
                  </a:cubicBezTo>
                  <a:cubicBezTo>
                    <a:pt x="1414" y="272"/>
                    <a:pt x="1414" y="272"/>
                    <a:pt x="1414" y="272"/>
                  </a:cubicBezTo>
                  <a:cubicBezTo>
                    <a:pt x="1414" y="226"/>
                    <a:pt x="1414" y="226"/>
                    <a:pt x="1414" y="226"/>
                  </a:cubicBezTo>
                  <a:cubicBezTo>
                    <a:pt x="1439" y="226"/>
                    <a:pt x="1439" y="226"/>
                    <a:pt x="1439" y="226"/>
                  </a:cubicBezTo>
                  <a:cubicBezTo>
                    <a:pt x="1463" y="240"/>
                    <a:pt x="1463" y="240"/>
                    <a:pt x="1463" y="240"/>
                  </a:cubicBezTo>
                  <a:cubicBezTo>
                    <a:pt x="1476" y="219"/>
                    <a:pt x="1476" y="219"/>
                    <a:pt x="1476" y="219"/>
                  </a:cubicBezTo>
                  <a:cubicBezTo>
                    <a:pt x="1497" y="231"/>
                    <a:pt x="1497" y="231"/>
                    <a:pt x="1497" y="231"/>
                  </a:cubicBezTo>
                  <a:cubicBezTo>
                    <a:pt x="1497" y="249"/>
                    <a:pt x="1497" y="249"/>
                    <a:pt x="1497" y="249"/>
                  </a:cubicBezTo>
                  <a:cubicBezTo>
                    <a:pt x="1479" y="279"/>
                    <a:pt x="1479" y="279"/>
                    <a:pt x="1479" y="279"/>
                  </a:cubicBezTo>
                  <a:cubicBezTo>
                    <a:pt x="1479" y="303"/>
                    <a:pt x="1479" y="303"/>
                    <a:pt x="1479" y="303"/>
                  </a:cubicBezTo>
                  <a:cubicBezTo>
                    <a:pt x="1492" y="324"/>
                    <a:pt x="1492" y="324"/>
                    <a:pt x="1492" y="324"/>
                  </a:cubicBezTo>
                  <a:cubicBezTo>
                    <a:pt x="1533" y="348"/>
                    <a:pt x="1533" y="348"/>
                    <a:pt x="1533" y="348"/>
                  </a:cubicBezTo>
                  <a:cubicBezTo>
                    <a:pt x="1549" y="376"/>
                    <a:pt x="1549" y="376"/>
                    <a:pt x="1549" y="376"/>
                  </a:cubicBezTo>
                  <a:cubicBezTo>
                    <a:pt x="1565" y="376"/>
                    <a:pt x="1565" y="376"/>
                    <a:pt x="1565" y="376"/>
                  </a:cubicBezTo>
                  <a:cubicBezTo>
                    <a:pt x="1565" y="328"/>
                    <a:pt x="1565" y="328"/>
                    <a:pt x="1565" y="328"/>
                  </a:cubicBezTo>
                  <a:cubicBezTo>
                    <a:pt x="1544" y="291"/>
                    <a:pt x="1544" y="291"/>
                    <a:pt x="1544" y="291"/>
                  </a:cubicBezTo>
                  <a:cubicBezTo>
                    <a:pt x="1515" y="275"/>
                    <a:pt x="1515" y="275"/>
                    <a:pt x="1515" y="275"/>
                  </a:cubicBezTo>
                  <a:cubicBezTo>
                    <a:pt x="1515" y="250"/>
                    <a:pt x="1515" y="250"/>
                    <a:pt x="1515" y="250"/>
                  </a:cubicBezTo>
                  <a:cubicBezTo>
                    <a:pt x="1515" y="250"/>
                    <a:pt x="1515" y="250"/>
                    <a:pt x="1515" y="250"/>
                  </a:cubicBezTo>
                  <a:cubicBezTo>
                    <a:pt x="1584" y="250"/>
                    <a:pt x="1584" y="250"/>
                    <a:pt x="1584" y="250"/>
                  </a:cubicBezTo>
                  <a:cubicBezTo>
                    <a:pt x="1584" y="250"/>
                    <a:pt x="1584" y="250"/>
                    <a:pt x="1584" y="250"/>
                  </a:cubicBezTo>
                  <a:cubicBezTo>
                    <a:pt x="1584" y="238"/>
                    <a:pt x="1584" y="238"/>
                    <a:pt x="1584" y="238"/>
                  </a:cubicBezTo>
                  <a:cubicBezTo>
                    <a:pt x="1623" y="215"/>
                    <a:pt x="1623" y="215"/>
                    <a:pt x="1623" y="215"/>
                  </a:cubicBezTo>
                  <a:cubicBezTo>
                    <a:pt x="1602" y="203"/>
                    <a:pt x="1602" y="203"/>
                    <a:pt x="1602" y="203"/>
                  </a:cubicBezTo>
                  <a:cubicBezTo>
                    <a:pt x="1578" y="203"/>
                    <a:pt x="1578" y="203"/>
                    <a:pt x="1578" y="203"/>
                  </a:cubicBezTo>
                  <a:cubicBezTo>
                    <a:pt x="1553" y="189"/>
                    <a:pt x="1553" y="189"/>
                    <a:pt x="1553" y="189"/>
                  </a:cubicBezTo>
                  <a:cubicBezTo>
                    <a:pt x="1553" y="189"/>
                    <a:pt x="1553" y="189"/>
                    <a:pt x="1553" y="189"/>
                  </a:cubicBezTo>
                  <a:cubicBezTo>
                    <a:pt x="1593" y="189"/>
                    <a:pt x="1593" y="189"/>
                    <a:pt x="1593" y="189"/>
                  </a:cubicBezTo>
                  <a:lnTo>
                    <a:pt x="1593" y="177"/>
                  </a:lnTo>
                  <a:close/>
                  <a:moveTo>
                    <a:pt x="114" y="276"/>
                  </a:moveTo>
                  <a:cubicBezTo>
                    <a:pt x="102" y="276"/>
                    <a:pt x="102" y="276"/>
                    <a:pt x="102" y="276"/>
                  </a:cubicBezTo>
                  <a:cubicBezTo>
                    <a:pt x="97" y="268"/>
                    <a:pt x="97" y="268"/>
                    <a:pt x="97" y="268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106" y="256"/>
                    <a:pt x="106" y="256"/>
                    <a:pt x="106" y="256"/>
                  </a:cubicBezTo>
                  <a:cubicBezTo>
                    <a:pt x="114" y="270"/>
                    <a:pt x="114" y="270"/>
                    <a:pt x="114" y="270"/>
                  </a:cubicBezTo>
                  <a:lnTo>
                    <a:pt x="114" y="276"/>
                  </a:lnTo>
                  <a:close/>
                  <a:moveTo>
                    <a:pt x="989" y="344"/>
                  </a:moveTo>
                  <a:cubicBezTo>
                    <a:pt x="975" y="369"/>
                    <a:pt x="975" y="369"/>
                    <a:pt x="975" y="369"/>
                  </a:cubicBezTo>
                  <a:cubicBezTo>
                    <a:pt x="954" y="369"/>
                    <a:pt x="954" y="369"/>
                    <a:pt x="954" y="369"/>
                  </a:cubicBezTo>
                  <a:cubicBezTo>
                    <a:pt x="954" y="362"/>
                    <a:pt x="954" y="362"/>
                    <a:pt x="954" y="362"/>
                  </a:cubicBezTo>
                  <a:cubicBezTo>
                    <a:pt x="966" y="362"/>
                    <a:pt x="966" y="362"/>
                    <a:pt x="966" y="362"/>
                  </a:cubicBezTo>
                  <a:cubicBezTo>
                    <a:pt x="978" y="341"/>
                    <a:pt x="978" y="341"/>
                    <a:pt x="978" y="341"/>
                  </a:cubicBezTo>
                  <a:cubicBezTo>
                    <a:pt x="978" y="282"/>
                    <a:pt x="978" y="282"/>
                    <a:pt x="978" y="282"/>
                  </a:cubicBezTo>
                  <a:cubicBezTo>
                    <a:pt x="989" y="288"/>
                    <a:pt x="989" y="288"/>
                    <a:pt x="989" y="288"/>
                  </a:cubicBezTo>
                  <a:lnTo>
                    <a:pt x="989" y="344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91"/>
            <p:cNvSpPr/>
            <p:nvPr/>
          </p:nvSpPr>
          <p:spPr>
            <a:xfrm>
              <a:off x="5217021" y="1789135"/>
              <a:ext cx="86674" cy="76596"/>
            </a:xfrm>
            <a:custGeom>
              <a:rect b="b" l="l" r="r" t="t"/>
              <a:pathLst>
                <a:path extrusionOk="0" h="38" w="43">
                  <a:moveTo>
                    <a:pt x="0" y="13"/>
                  </a:moveTo>
                  <a:lnTo>
                    <a:pt x="7" y="23"/>
                  </a:lnTo>
                  <a:lnTo>
                    <a:pt x="25" y="23"/>
                  </a:lnTo>
                  <a:lnTo>
                    <a:pt x="25" y="38"/>
                  </a:lnTo>
                  <a:lnTo>
                    <a:pt x="43" y="38"/>
                  </a:lnTo>
                  <a:lnTo>
                    <a:pt x="43" y="25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91"/>
            <p:cNvSpPr/>
            <p:nvPr/>
          </p:nvSpPr>
          <p:spPr>
            <a:xfrm>
              <a:off x="5843900" y="1809291"/>
              <a:ext cx="187459" cy="102801"/>
            </a:xfrm>
            <a:custGeom>
              <a:rect b="b" l="l" r="r" t="t"/>
              <a:pathLst>
                <a:path extrusionOk="0" h="51" w="93">
                  <a:moveTo>
                    <a:pt x="38" y="8"/>
                  </a:moveTo>
                  <a:lnTo>
                    <a:pt x="24" y="0"/>
                  </a:lnTo>
                  <a:lnTo>
                    <a:pt x="11" y="0"/>
                  </a:lnTo>
                  <a:lnTo>
                    <a:pt x="0" y="20"/>
                  </a:lnTo>
                  <a:lnTo>
                    <a:pt x="10" y="26"/>
                  </a:lnTo>
                  <a:lnTo>
                    <a:pt x="10" y="47"/>
                  </a:lnTo>
                  <a:lnTo>
                    <a:pt x="30" y="47"/>
                  </a:lnTo>
                  <a:lnTo>
                    <a:pt x="38" y="33"/>
                  </a:lnTo>
                  <a:lnTo>
                    <a:pt x="56" y="33"/>
                  </a:lnTo>
                  <a:lnTo>
                    <a:pt x="56" y="51"/>
                  </a:lnTo>
                  <a:lnTo>
                    <a:pt x="68" y="45"/>
                  </a:lnTo>
                  <a:lnTo>
                    <a:pt x="93" y="45"/>
                  </a:lnTo>
                  <a:lnTo>
                    <a:pt x="80" y="22"/>
                  </a:lnTo>
                  <a:lnTo>
                    <a:pt x="23" y="22"/>
                  </a:lnTo>
                  <a:lnTo>
                    <a:pt x="23" y="17"/>
                  </a:lnTo>
                  <a:lnTo>
                    <a:pt x="38" y="8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91"/>
            <p:cNvSpPr/>
            <p:nvPr/>
          </p:nvSpPr>
          <p:spPr>
            <a:xfrm>
              <a:off x="4414776" y="2913889"/>
              <a:ext cx="518032" cy="576487"/>
            </a:xfrm>
            <a:custGeom>
              <a:rect b="b" l="l" r="r" t="t"/>
              <a:pathLst>
                <a:path extrusionOk="0" h="274" w="246">
                  <a:moveTo>
                    <a:pt x="49" y="164"/>
                  </a:moveTo>
                  <a:cubicBezTo>
                    <a:pt x="68" y="197"/>
                    <a:pt x="68" y="197"/>
                    <a:pt x="68" y="197"/>
                  </a:cubicBezTo>
                  <a:cubicBezTo>
                    <a:pt x="95" y="197"/>
                    <a:pt x="95" y="197"/>
                    <a:pt x="95" y="197"/>
                  </a:cubicBezTo>
                  <a:cubicBezTo>
                    <a:pt x="95" y="182"/>
                    <a:pt x="95" y="182"/>
                    <a:pt x="95" y="182"/>
                  </a:cubicBezTo>
                  <a:cubicBezTo>
                    <a:pt x="123" y="182"/>
                    <a:pt x="123" y="182"/>
                    <a:pt x="123" y="182"/>
                  </a:cubicBezTo>
                  <a:cubicBezTo>
                    <a:pt x="129" y="192"/>
                    <a:pt x="129" y="192"/>
                    <a:pt x="129" y="192"/>
                  </a:cubicBezTo>
                  <a:cubicBezTo>
                    <a:pt x="129" y="243"/>
                    <a:pt x="129" y="243"/>
                    <a:pt x="129" y="243"/>
                  </a:cubicBezTo>
                  <a:cubicBezTo>
                    <a:pt x="156" y="243"/>
                    <a:pt x="156" y="243"/>
                    <a:pt x="156" y="243"/>
                  </a:cubicBezTo>
                  <a:cubicBezTo>
                    <a:pt x="173" y="243"/>
                    <a:pt x="173" y="243"/>
                    <a:pt x="173" y="243"/>
                  </a:cubicBezTo>
                  <a:cubicBezTo>
                    <a:pt x="227" y="274"/>
                    <a:pt x="227" y="274"/>
                    <a:pt x="227" y="274"/>
                  </a:cubicBezTo>
                  <a:cubicBezTo>
                    <a:pt x="233" y="274"/>
                    <a:pt x="233" y="274"/>
                    <a:pt x="233" y="274"/>
                  </a:cubicBezTo>
                  <a:cubicBezTo>
                    <a:pt x="233" y="262"/>
                    <a:pt x="233" y="262"/>
                    <a:pt x="233" y="262"/>
                  </a:cubicBezTo>
                  <a:cubicBezTo>
                    <a:pt x="214" y="251"/>
                    <a:pt x="214" y="251"/>
                    <a:pt x="214" y="251"/>
                  </a:cubicBezTo>
                  <a:cubicBezTo>
                    <a:pt x="214" y="209"/>
                    <a:pt x="214" y="209"/>
                    <a:pt x="214" y="209"/>
                  </a:cubicBezTo>
                  <a:cubicBezTo>
                    <a:pt x="227" y="201"/>
                    <a:pt x="227" y="201"/>
                    <a:pt x="227" y="201"/>
                  </a:cubicBezTo>
                  <a:cubicBezTo>
                    <a:pt x="243" y="201"/>
                    <a:pt x="243" y="201"/>
                    <a:pt x="243" y="201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0" y="132"/>
                    <a:pt x="220" y="132"/>
                    <a:pt x="220" y="132"/>
                  </a:cubicBezTo>
                  <a:cubicBezTo>
                    <a:pt x="220" y="117"/>
                    <a:pt x="220" y="117"/>
                    <a:pt x="220" y="117"/>
                  </a:cubicBezTo>
                  <a:cubicBezTo>
                    <a:pt x="220" y="110"/>
                    <a:pt x="220" y="110"/>
                    <a:pt x="220" y="110"/>
                  </a:cubicBezTo>
                  <a:cubicBezTo>
                    <a:pt x="228" y="95"/>
                    <a:pt x="228" y="95"/>
                    <a:pt x="228" y="95"/>
                  </a:cubicBezTo>
                  <a:cubicBezTo>
                    <a:pt x="228" y="83"/>
                    <a:pt x="228" y="83"/>
                    <a:pt x="228" y="83"/>
                  </a:cubicBezTo>
                  <a:cubicBezTo>
                    <a:pt x="246" y="53"/>
                    <a:pt x="246" y="53"/>
                    <a:pt x="246" y="53"/>
                  </a:cubicBezTo>
                  <a:cubicBezTo>
                    <a:pt x="246" y="23"/>
                    <a:pt x="246" y="23"/>
                    <a:pt x="246" y="23"/>
                  </a:cubicBezTo>
                  <a:cubicBezTo>
                    <a:pt x="240" y="13"/>
                    <a:pt x="240" y="13"/>
                    <a:pt x="240" y="13"/>
                  </a:cubicBezTo>
                  <a:cubicBezTo>
                    <a:pt x="210" y="13"/>
                    <a:pt x="210" y="13"/>
                    <a:pt x="210" y="13"/>
                  </a:cubicBezTo>
                  <a:cubicBezTo>
                    <a:pt x="204" y="2"/>
                    <a:pt x="204" y="2"/>
                    <a:pt x="204" y="2"/>
                  </a:cubicBezTo>
                  <a:cubicBezTo>
                    <a:pt x="153" y="2"/>
                    <a:pt x="153" y="2"/>
                    <a:pt x="153" y="2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81" y="10"/>
                    <a:pt x="81" y="10"/>
                    <a:pt x="81" y="10"/>
                  </a:cubicBezTo>
                  <a:cubicBezTo>
                    <a:pt x="81" y="10"/>
                    <a:pt x="81" y="17"/>
                    <a:pt x="81" y="23"/>
                  </a:cubicBezTo>
                  <a:cubicBezTo>
                    <a:pt x="81" y="31"/>
                    <a:pt x="81" y="39"/>
                    <a:pt x="81" y="39"/>
                  </a:cubicBezTo>
                  <a:cubicBezTo>
                    <a:pt x="73" y="53"/>
                    <a:pt x="73" y="53"/>
                    <a:pt x="73" y="53"/>
                  </a:cubicBezTo>
                  <a:cubicBezTo>
                    <a:pt x="73" y="93"/>
                    <a:pt x="73" y="93"/>
                    <a:pt x="73" y="93"/>
                  </a:cubicBezTo>
                  <a:cubicBezTo>
                    <a:pt x="52" y="106"/>
                    <a:pt x="52" y="106"/>
                    <a:pt x="52" y="106"/>
                  </a:cubicBezTo>
                  <a:cubicBezTo>
                    <a:pt x="52" y="136"/>
                    <a:pt x="52" y="136"/>
                    <a:pt x="52" y="136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18" y="148"/>
                    <a:pt x="18" y="148"/>
                    <a:pt x="18" y="148"/>
                  </a:cubicBezTo>
                  <a:cubicBezTo>
                    <a:pt x="8" y="154"/>
                    <a:pt x="8" y="154"/>
                    <a:pt x="8" y="154"/>
                  </a:cubicBezTo>
                  <a:cubicBezTo>
                    <a:pt x="8" y="163"/>
                    <a:pt x="8" y="163"/>
                    <a:pt x="8" y="163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6" y="174"/>
                    <a:pt x="6" y="174"/>
                    <a:pt x="6" y="174"/>
                  </a:cubicBezTo>
                  <a:cubicBezTo>
                    <a:pt x="23" y="164"/>
                    <a:pt x="23" y="164"/>
                    <a:pt x="23" y="164"/>
                  </a:cubicBezTo>
                  <a:lnTo>
                    <a:pt x="49" y="164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91"/>
            <p:cNvSpPr/>
            <p:nvPr/>
          </p:nvSpPr>
          <p:spPr>
            <a:xfrm>
              <a:off x="4981185" y="3363388"/>
              <a:ext cx="92722" cy="251962"/>
            </a:xfrm>
            <a:custGeom>
              <a:rect b="b" l="l" r="r" t="t"/>
              <a:pathLst>
                <a:path extrusionOk="0" h="125" w="46">
                  <a:moveTo>
                    <a:pt x="0" y="53"/>
                  </a:moveTo>
                  <a:lnTo>
                    <a:pt x="0" y="76"/>
                  </a:lnTo>
                  <a:lnTo>
                    <a:pt x="14" y="84"/>
                  </a:lnTo>
                  <a:lnTo>
                    <a:pt x="14" y="84"/>
                  </a:lnTo>
                  <a:lnTo>
                    <a:pt x="24" y="84"/>
                  </a:lnTo>
                  <a:lnTo>
                    <a:pt x="24" y="111"/>
                  </a:lnTo>
                  <a:lnTo>
                    <a:pt x="33" y="125"/>
                  </a:lnTo>
                  <a:lnTo>
                    <a:pt x="46" y="101"/>
                  </a:lnTo>
                  <a:lnTo>
                    <a:pt x="46" y="89"/>
                  </a:lnTo>
                  <a:lnTo>
                    <a:pt x="30" y="61"/>
                  </a:lnTo>
                  <a:lnTo>
                    <a:pt x="21" y="61"/>
                  </a:lnTo>
                  <a:lnTo>
                    <a:pt x="21" y="7"/>
                  </a:lnTo>
                  <a:lnTo>
                    <a:pt x="9" y="0"/>
                  </a:lnTo>
                  <a:lnTo>
                    <a:pt x="9" y="48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91"/>
            <p:cNvSpPr/>
            <p:nvPr/>
          </p:nvSpPr>
          <p:spPr>
            <a:xfrm>
              <a:off x="4686894" y="3337184"/>
              <a:ext cx="312431" cy="302353"/>
            </a:xfrm>
            <a:custGeom>
              <a:rect b="b" l="l" r="r" t="t"/>
              <a:pathLst>
                <a:path extrusionOk="0" h="150" w="155">
                  <a:moveTo>
                    <a:pt x="119" y="0"/>
                  </a:moveTo>
                  <a:lnTo>
                    <a:pt x="102" y="0"/>
                  </a:lnTo>
                  <a:lnTo>
                    <a:pt x="89" y="8"/>
                  </a:lnTo>
                  <a:lnTo>
                    <a:pt x="89" y="52"/>
                  </a:lnTo>
                  <a:lnTo>
                    <a:pt x="109" y="64"/>
                  </a:lnTo>
                  <a:lnTo>
                    <a:pt x="109" y="76"/>
                  </a:lnTo>
                  <a:lnTo>
                    <a:pt x="102" y="76"/>
                  </a:lnTo>
                  <a:lnTo>
                    <a:pt x="46" y="44"/>
                  </a:lnTo>
                  <a:lnTo>
                    <a:pt x="28" y="44"/>
                  </a:lnTo>
                  <a:lnTo>
                    <a:pt x="28" y="74"/>
                  </a:lnTo>
                  <a:lnTo>
                    <a:pt x="0" y="74"/>
                  </a:lnTo>
                  <a:lnTo>
                    <a:pt x="0" y="127"/>
                  </a:lnTo>
                  <a:lnTo>
                    <a:pt x="27" y="141"/>
                  </a:lnTo>
                  <a:lnTo>
                    <a:pt x="45" y="141"/>
                  </a:lnTo>
                  <a:lnTo>
                    <a:pt x="49" y="150"/>
                  </a:lnTo>
                  <a:lnTo>
                    <a:pt x="74" y="150"/>
                  </a:lnTo>
                  <a:lnTo>
                    <a:pt x="93" y="117"/>
                  </a:lnTo>
                  <a:lnTo>
                    <a:pt x="113" y="117"/>
                  </a:lnTo>
                  <a:lnTo>
                    <a:pt x="113" y="109"/>
                  </a:lnTo>
                  <a:lnTo>
                    <a:pt x="146" y="89"/>
                  </a:lnTo>
                  <a:lnTo>
                    <a:pt x="146" y="66"/>
                  </a:lnTo>
                  <a:lnTo>
                    <a:pt x="155" y="61"/>
                  </a:lnTo>
                  <a:lnTo>
                    <a:pt x="155" y="13"/>
                  </a:lnTo>
                  <a:lnTo>
                    <a:pt x="137" y="2"/>
                  </a:lnTo>
                  <a:lnTo>
                    <a:pt x="137" y="1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91"/>
            <p:cNvSpPr/>
            <p:nvPr/>
          </p:nvSpPr>
          <p:spPr>
            <a:xfrm>
              <a:off x="4914667" y="3415796"/>
              <a:ext cx="286228" cy="495860"/>
            </a:xfrm>
            <a:custGeom>
              <a:rect b="b" l="l" r="r" t="t"/>
              <a:pathLst>
                <a:path extrusionOk="0" h="246" w="142">
                  <a:moveTo>
                    <a:pt x="63" y="16"/>
                  </a:moveTo>
                  <a:lnTo>
                    <a:pt x="63" y="35"/>
                  </a:lnTo>
                  <a:lnTo>
                    <a:pt x="79" y="63"/>
                  </a:lnTo>
                  <a:lnTo>
                    <a:pt x="79" y="75"/>
                  </a:lnTo>
                  <a:lnTo>
                    <a:pt x="66" y="99"/>
                  </a:lnTo>
                  <a:lnTo>
                    <a:pt x="57" y="85"/>
                  </a:lnTo>
                  <a:lnTo>
                    <a:pt x="57" y="58"/>
                  </a:lnTo>
                  <a:lnTo>
                    <a:pt x="47" y="58"/>
                  </a:lnTo>
                  <a:lnTo>
                    <a:pt x="47" y="58"/>
                  </a:lnTo>
                  <a:lnTo>
                    <a:pt x="33" y="50"/>
                  </a:lnTo>
                  <a:lnTo>
                    <a:pt x="0" y="70"/>
                  </a:lnTo>
                  <a:lnTo>
                    <a:pt x="0" y="78"/>
                  </a:lnTo>
                  <a:lnTo>
                    <a:pt x="34" y="98"/>
                  </a:lnTo>
                  <a:lnTo>
                    <a:pt x="34" y="136"/>
                  </a:lnTo>
                  <a:lnTo>
                    <a:pt x="10" y="177"/>
                  </a:lnTo>
                  <a:lnTo>
                    <a:pt x="10" y="235"/>
                  </a:lnTo>
                  <a:lnTo>
                    <a:pt x="10" y="246"/>
                  </a:lnTo>
                  <a:lnTo>
                    <a:pt x="24" y="246"/>
                  </a:lnTo>
                  <a:lnTo>
                    <a:pt x="24" y="235"/>
                  </a:lnTo>
                  <a:lnTo>
                    <a:pt x="66" y="211"/>
                  </a:lnTo>
                  <a:lnTo>
                    <a:pt x="66" y="120"/>
                  </a:lnTo>
                  <a:lnTo>
                    <a:pt x="142" y="76"/>
                  </a:lnTo>
                  <a:lnTo>
                    <a:pt x="142" y="0"/>
                  </a:lnTo>
                  <a:lnTo>
                    <a:pt x="114" y="16"/>
                  </a:lnTo>
                  <a:lnTo>
                    <a:pt x="63" y="16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91"/>
            <p:cNvSpPr/>
            <p:nvPr/>
          </p:nvSpPr>
          <p:spPr>
            <a:xfrm>
              <a:off x="4890479" y="3113442"/>
              <a:ext cx="310416" cy="334605"/>
            </a:xfrm>
            <a:custGeom>
              <a:rect b="b" l="l" r="r" t="t"/>
              <a:pathLst>
                <a:path extrusionOk="0" h="166" w="154">
                  <a:moveTo>
                    <a:pt x="122" y="32"/>
                  </a:moveTo>
                  <a:lnTo>
                    <a:pt x="70" y="1"/>
                  </a:lnTo>
                  <a:lnTo>
                    <a:pt x="58" y="23"/>
                  </a:lnTo>
                  <a:lnTo>
                    <a:pt x="38" y="23"/>
                  </a:lnTo>
                  <a:lnTo>
                    <a:pt x="38" y="0"/>
                  </a:lnTo>
                  <a:lnTo>
                    <a:pt x="21" y="0"/>
                  </a:lnTo>
                  <a:lnTo>
                    <a:pt x="21" y="16"/>
                  </a:lnTo>
                  <a:lnTo>
                    <a:pt x="21" y="32"/>
                  </a:lnTo>
                  <a:lnTo>
                    <a:pt x="10" y="4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65"/>
                  </a:lnTo>
                  <a:lnTo>
                    <a:pt x="24" y="106"/>
                  </a:lnTo>
                  <a:lnTo>
                    <a:pt x="36" y="113"/>
                  </a:lnTo>
                  <a:lnTo>
                    <a:pt x="54" y="124"/>
                  </a:lnTo>
                  <a:lnTo>
                    <a:pt x="54" y="124"/>
                  </a:lnTo>
                  <a:lnTo>
                    <a:pt x="54" y="124"/>
                  </a:lnTo>
                  <a:lnTo>
                    <a:pt x="66" y="131"/>
                  </a:lnTo>
                  <a:lnTo>
                    <a:pt x="66" y="131"/>
                  </a:lnTo>
                  <a:lnTo>
                    <a:pt x="75" y="135"/>
                  </a:lnTo>
                  <a:lnTo>
                    <a:pt x="75" y="166"/>
                  </a:lnTo>
                  <a:lnTo>
                    <a:pt x="126" y="166"/>
                  </a:lnTo>
                  <a:lnTo>
                    <a:pt x="154" y="150"/>
                  </a:lnTo>
                  <a:lnTo>
                    <a:pt x="154" y="143"/>
                  </a:lnTo>
                  <a:lnTo>
                    <a:pt x="132" y="105"/>
                  </a:lnTo>
                  <a:lnTo>
                    <a:pt x="132" y="66"/>
                  </a:lnTo>
                  <a:lnTo>
                    <a:pt x="139" y="54"/>
                  </a:lnTo>
                  <a:lnTo>
                    <a:pt x="122" y="43"/>
                  </a:lnTo>
                  <a:lnTo>
                    <a:pt x="122" y="32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91"/>
            <p:cNvSpPr/>
            <p:nvPr/>
          </p:nvSpPr>
          <p:spPr>
            <a:xfrm>
              <a:off x="4878385" y="3145693"/>
              <a:ext cx="54423" cy="66518"/>
            </a:xfrm>
            <a:custGeom>
              <a:rect b="b" l="l" r="r" t="t"/>
              <a:pathLst>
                <a:path extrusionOk="0" h="33" w="27">
                  <a:moveTo>
                    <a:pt x="15" y="7"/>
                  </a:moveTo>
                  <a:lnTo>
                    <a:pt x="0" y="7"/>
                  </a:lnTo>
                  <a:lnTo>
                    <a:pt x="0" y="23"/>
                  </a:lnTo>
                  <a:lnTo>
                    <a:pt x="3" y="29"/>
                  </a:lnTo>
                  <a:lnTo>
                    <a:pt x="6" y="33"/>
                  </a:lnTo>
                  <a:lnTo>
                    <a:pt x="16" y="33"/>
                  </a:lnTo>
                  <a:lnTo>
                    <a:pt x="27" y="16"/>
                  </a:lnTo>
                  <a:lnTo>
                    <a:pt x="27" y="0"/>
                  </a:lnTo>
                  <a:lnTo>
                    <a:pt x="15" y="0"/>
                  </a:lnTo>
                  <a:lnTo>
                    <a:pt x="15" y="7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91"/>
            <p:cNvSpPr/>
            <p:nvPr/>
          </p:nvSpPr>
          <p:spPr>
            <a:xfrm>
              <a:off x="405568" y="936497"/>
              <a:ext cx="2003598" cy="1348498"/>
            </a:xfrm>
            <a:custGeom>
              <a:rect b="b" l="l" r="r" t="t"/>
              <a:pathLst>
                <a:path extrusionOk="0" h="640" w="951">
                  <a:moveTo>
                    <a:pt x="951" y="344"/>
                  </a:moveTo>
                  <a:cubicBezTo>
                    <a:pt x="951" y="356"/>
                    <a:pt x="951" y="356"/>
                    <a:pt x="951" y="356"/>
                  </a:cubicBezTo>
                  <a:cubicBezTo>
                    <a:pt x="908" y="356"/>
                    <a:pt x="908" y="356"/>
                    <a:pt x="908" y="356"/>
                  </a:cubicBezTo>
                  <a:cubicBezTo>
                    <a:pt x="908" y="356"/>
                    <a:pt x="908" y="356"/>
                    <a:pt x="908" y="356"/>
                  </a:cubicBezTo>
                  <a:cubicBezTo>
                    <a:pt x="892" y="384"/>
                    <a:pt x="892" y="384"/>
                    <a:pt x="892" y="384"/>
                  </a:cubicBezTo>
                  <a:cubicBezTo>
                    <a:pt x="892" y="396"/>
                    <a:pt x="892" y="396"/>
                    <a:pt x="892" y="396"/>
                  </a:cubicBezTo>
                  <a:cubicBezTo>
                    <a:pt x="858" y="396"/>
                    <a:pt x="858" y="396"/>
                    <a:pt x="858" y="396"/>
                  </a:cubicBezTo>
                  <a:cubicBezTo>
                    <a:pt x="858" y="412"/>
                    <a:pt x="858" y="412"/>
                    <a:pt x="858" y="412"/>
                  </a:cubicBezTo>
                  <a:cubicBezTo>
                    <a:pt x="800" y="445"/>
                    <a:pt x="800" y="445"/>
                    <a:pt x="800" y="445"/>
                  </a:cubicBezTo>
                  <a:cubicBezTo>
                    <a:pt x="800" y="489"/>
                    <a:pt x="800" y="489"/>
                    <a:pt x="800" y="489"/>
                  </a:cubicBezTo>
                  <a:cubicBezTo>
                    <a:pt x="710" y="541"/>
                    <a:pt x="710" y="541"/>
                    <a:pt x="710" y="541"/>
                  </a:cubicBezTo>
                  <a:cubicBezTo>
                    <a:pt x="710" y="640"/>
                    <a:pt x="710" y="640"/>
                    <a:pt x="710" y="640"/>
                  </a:cubicBezTo>
                  <a:cubicBezTo>
                    <a:pt x="699" y="640"/>
                    <a:pt x="699" y="640"/>
                    <a:pt x="699" y="640"/>
                  </a:cubicBezTo>
                  <a:cubicBezTo>
                    <a:pt x="699" y="640"/>
                    <a:pt x="699" y="640"/>
                    <a:pt x="699" y="640"/>
                  </a:cubicBezTo>
                  <a:cubicBezTo>
                    <a:pt x="682" y="610"/>
                    <a:pt x="682" y="610"/>
                    <a:pt x="682" y="610"/>
                  </a:cubicBezTo>
                  <a:cubicBezTo>
                    <a:pt x="682" y="575"/>
                    <a:pt x="682" y="575"/>
                    <a:pt x="682" y="575"/>
                  </a:cubicBezTo>
                  <a:cubicBezTo>
                    <a:pt x="661" y="563"/>
                    <a:pt x="661" y="563"/>
                    <a:pt x="661" y="563"/>
                  </a:cubicBezTo>
                  <a:cubicBezTo>
                    <a:pt x="611" y="563"/>
                    <a:pt x="611" y="563"/>
                    <a:pt x="611" y="563"/>
                  </a:cubicBezTo>
                  <a:cubicBezTo>
                    <a:pt x="590" y="575"/>
                    <a:pt x="590" y="575"/>
                    <a:pt x="590" y="575"/>
                  </a:cubicBezTo>
                  <a:cubicBezTo>
                    <a:pt x="531" y="575"/>
                    <a:pt x="531" y="575"/>
                    <a:pt x="531" y="575"/>
                  </a:cubicBezTo>
                  <a:cubicBezTo>
                    <a:pt x="501" y="592"/>
                    <a:pt x="501" y="592"/>
                    <a:pt x="501" y="592"/>
                  </a:cubicBezTo>
                  <a:cubicBezTo>
                    <a:pt x="480" y="630"/>
                    <a:pt x="480" y="630"/>
                    <a:pt x="480" y="630"/>
                  </a:cubicBezTo>
                  <a:cubicBezTo>
                    <a:pt x="480" y="630"/>
                    <a:pt x="446" y="572"/>
                    <a:pt x="446" y="572"/>
                  </a:cubicBezTo>
                  <a:cubicBezTo>
                    <a:pt x="430" y="572"/>
                    <a:pt x="430" y="572"/>
                    <a:pt x="430" y="572"/>
                  </a:cubicBezTo>
                  <a:cubicBezTo>
                    <a:pt x="417" y="580"/>
                    <a:pt x="417" y="580"/>
                    <a:pt x="417" y="580"/>
                  </a:cubicBezTo>
                  <a:cubicBezTo>
                    <a:pt x="395" y="542"/>
                    <a:pt x="395" y="542"/>
                    <a:pt x="395" y="542"/>
                  </a:cubicBezTo>
                  <a:cubicBezTo>
                    <a:pt x="371" y="542"/>
                    <a:pt x="371" y="542"/>
                    <a:pt x="371" y="542"/>
                  </a:cubicBezTo>
                  <a:cubicBezTo>
                    <a:pt x="361" y="548"/>
                    <a:pt x="361" y="548"/>
                    <a:pt x="361" y="548"/>
                  </a:cubicBezTo>
                  <a:cubicBezTo>
                    <a:pt x="329" y="548"/>
                    <a:pt x="329" y="548"/>
                    <a:pt x="329" y="548"/>
                  </a:cubicBezTo>
                  <a:cubicBezTo>
                    <a:pt x="293" y="527"/>
                    <a:pt x="293" y="527"/>
                    <a:pt x="293" y="527"/>
                  </a:cubicBezTo>
                  <a:cubicBezTo>
                    <a:pt x="263" y="527"/>
                    <a:pt x="263" y="527"/>
                    <a:pt x="263" y="527"/>
                  </a:cubicBezTo>
                  <a:cubicBezTo>
                    <a:pt x="263" y="515"/>
                    <a:pt x="263" y="515"/>
                    <a:pt x="263" y="515"/>
                  </a:cubicBezTo>
                  <a:cubicBezTo>
                    <a:pt x="232" y="497"/>
                    <a:pt x="232" y="497"/>
                    <a:pt x="232" y="497"/>
                  </a:cubicBezTo>
                  <a:cubicBezTo>
                    <a:pt x="232" y="432"/>
                    <a:pt x="232" y="432"/>
                    <a:pt x="232" y="432"/>
                  </a:cubicBezTo>
                  <a:cubicBezTo>
                    <a:pt x="288" y="336"/>
                    <a:pt x="288" y="336"/>
                    <a:pt x="288" y="336"/>
                  </a:cubicBezTo>
                  <a:cubicBezTo>
                    <a:pt x="288" y="311"/>
                    <a:pt x="288" y="311"/>
                    <a:pt x="288" y="311"/>
                  </a:cubicBezTo>
                  <a:cubicBezTo>
                    <a:pt x="331" y="286"/>
                    <a:pt x="331" y="286"/>
                    <a:pt x="331" y="286"/>
                  </a:cubicBezTo>
                  <a:cubicBezTo>
                    <a:pt x="669" y="286"/>
                    <a:pt x="669" y="286"/>
                    <a:pt x="669" y="286"/>
                  </a:cubicBezTo>
                  <a:cubicBezTo>
                    <a:pt x="695" y="301"/>
                    <a:pt x="695" y="301"/>
                    <a:pt x="695" y="301"/>
                  </a:cubicBezTo>
                  <a:cubicBezTo>
                    <a:pt x="669" y="315"/>
                    <a:pt x="669" y="315"/>
                    <a:pt x="669" y="315"/>
                  </a:cubicBezTo>
                  <a:cubicBezTo>
                    <a:pt x="675" y="326"/>
                    <a:pt x="675" y="326"/>
                    <a:pt x="675" y="326"/>
                  </a:cubicBezTo>
                  <a:cubicBezTo>
                    <a:pt x="693" y="315"/>
                    <a:pt x="693" y="315"/>
                    <a:pt x="693" y="315"/>
                  </a:cubicBezTo>
                  <a:cubicBezTo>
                    <a:pt x="713" y="315"/>
                    <a:pt x="713" y="315"/>
                    <a:pt x="713" y="315"/>
                  </a:cubicBezTo>
                  <a:cubicBezTo>
                    <a:pt x="728" y="324"/>
                    <a:pt x="728" y="324"/>
                    <a:pt x="728" y="324"/>
                  </a:cubicBezTo>
                  <a:cubicBezTo>
                    <a:pt x="764" y="324"/>
                    <a:pt x="764" y="324"/>
                    <a:pt x="764" y="324"/>
                  </a:cubicBezTo>
                  <a:cubicBezTo>
                    <a:pt x="768" y="332"/>
                    <a:pt x="768" y="332"/>
                    <a:pt x="768" y="332"/>
                  </a:cubicBezTo>
                  <a:cubicBezTo>
                    <a:pt x="752" y="332"/>
                    <a:pt x="720" y="332"/>
                    <a:pt x="720" y="332"/>
                  </a:cubicBezTo>
                  <a:cubicBezTo>
                    <a:pt x="703" y="342"/>
                    <a:pt x="703" y="342"/>
                    <a:pt x="703" y="342"/>
                  </a:cubicBezTo>
                  <a:cubicBezTo>
                    <a:pt x="684" y="375"/>
                    <a:pt x="684" y="375"/>
                    <a:pt x="684" y="375"/>
                  </a:cubicBezTo>
                  <a:cubicBezTo>
                    <a:pt x="684" y="400"/>
                    <a:pt x="684" y="400"/>
                    <a:pt x="684" y="400"/>
                  </a:cubicBezTo>
                  <a:cubicBezTo>
                    <a:pt x="711" y="384"/>
                    <a:pt x="711" y="384"/>
                    <a:pt x="711" y="384"/>
                  </a:cubicBezTo>
                  <a:cubicBezTo>
                    <a:pt x="711" y="384"/>
                    <a:pt x="711" y="384"/>
                    <a:pt x="711" y="384"/>
                  </a:cubicBezTo>
                  <a:cubicBezTo>
                    <a:pt x="711" y="384"/>
                    <a:pt x="711" y="384"/>
                    <a:pt x="711" y="384"/>
                  </a:cubicBezTo>
                  <a:cubicBezTo>
                    <a:pt x="711" y="384"/>
                    <a:pt x="711" y="384"/>
                    <a:pt x="711" y="384"/>
                  </a:cubicBezTo>
                  <a:cubicBezTo>
                    <a:pt x="711" y="384"/>
                    <a:pt x="711" y="356"/>
                    <a:pt x="711" y="356"/>
                  </a:cubicBezTo>
                  <a:cubicBezTo>
                    <a:pt x="731" y="345"/>
                    <a:pt x="731" y="345"/>
                    <a:pt x="731" y="345"/>
                  </a:cubicBezTo>
                  <a:cubicBezTo>
                    <a:pt x="758" y="345"/>
                    <a:pt x="758" y="345"/>
                    <a:pt x="758" y="345"/>
                  </a:cubicBezTo>
                  <a:cubicBezTo>
                    <a:pt x="748" y="363"/>
                    <a:pt x="748" y="363"/>
                    <a:pt x="748" y="363"/>
                  </a:cubicBezTo>
                  <a:cubicBezTo>
                    <a:pt x="768" y="363"/>
                    <a:pt x="768" y="363"/>
                    <a:pt x="768" y="363"/>
                  </a:cubicBezTo>
                  <a:cubicBezTo>
                    <a:pt x="768" y="379"/>
                    <a:pt x="768" y="379"/>
                    <a:pt x="768" y="379"/>
                  </a:cubicBezTo>
                  <a:cubicBezTo>
                    <a:pt x="759" y="379"/>
                    <a:pt x="748" y="379"/>
                    <a:pt x="748" y="379"/>
                  </a:cubicBezTo>
                  <a:cubicBezTo>
                    <a:pt x="736" y="399"/>
                    <a:pt x="736" y="399"/>
                    <a:pt x="736" y="399"/>
                  </a:cubicBezTo>
                  <a:cubicBezTo>
                    <a:pt x="766" y="399"/>
                    <a:pt x="766" y="399"/>
                    <a:pt x="766" y="399"/>
                  </a:cubicBezTo>
                  <a:cubicBezTo>
                    <a:pt x="810" y="374"/>
                    <a:pt x="810" y="374"/>
                    <a:pt x="810" y="374"/>
                  </a:cubicBezTo>
                  <a:cubicBezTo>
                    <a:pt x="822" y="374"/>
                    <a:pt x="822" y="374"/>
                    <a:pt x="822" y="374"/>
                  </a:cubicBezTo>
                  <a:cubicBezTo>
                    <a:pt x="847" y="359"/>
                    <a:pt x="847" y="359"/>
                    <a:pt x="847" y="359"/>
                  </a:cubicBezTo>
                  <a:cubicBezTo>
                    <a:pt x="871" y="346"/>
                    <a:pt x="871" y="346"/>
                    <a:pt x="871" y="346"/>
                  </a:cubicBezTo>
                  <a:cubicBezTo>
                    <a:pt x="897" y="346"/>
                    <a:pt x="897" y="346"/>
                    <a:pt x="897" y="346"/>
                  </a:cubicBezTo>
                  <a:cubicBezTo>
                    <a:pt x="918" y="309"/>
                    <a:pt x="918" y="309"/>
                    <a:pt x="918" y="309"/>
                  </a:cubicBezTo>
                  <a:cubicBezTo>
                    <a:pt x="941" y="309"/>
                    <a:pt x="941" y="309"/>
                    <a:pt x="941" y="309"/>
                  </a:cubicBezTo>
                  <a:cubicBezTo>
                    <a:pt x="941" y="338"/>
                    <a:pt x="941" y="338"/>
                    <a:pt x="941" y="338"/>
                  </a:cubicBezTo>
                  <a:lnTo>
                    <a:pt x="951" y="344"/>
                  </a:lnTo>
                  <a:close/>
                  <a:moveTo>
                    <a:pt x="455" y="21"/>
                  </a:moveTo>
                  <a:cubicBezTo>
                    <a:pt x="419" y="0"/>
                    <a:pt x="419" y="0"/>
                    <a:pt x="419" y="0"/>
                  </a:cubicBezTo>
                  <a:cubicBezTo>
                    <a:pt x="235" y="0"/>
                    <a:pt x="235" y="0"/>
                    <a:pt x="235" y="0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4" y="187"/>
                    <a:pt x="24" y="187"/>
                    <a:pt x="24" y="187"/>
                  </a:cubicBezTo>
                  <a:cubicBezTo>
                    <a:pt x="133" y="125"/>
                    <a:pt x="133" y="125"/>
                    <a:pt x="133" y="125"/>
                  </a:cubicBezTo>
                  <a:cubicBezTo>
                    <a:pt x="276" y="125"/>
                    <a:pt x="276" y="125"/>
                    <a:pt x="276" y="125"/>
                  </a:cubicBezTo>
                  <a:cubicBezTo>
                    <a:pt x="311" y="145"/>
                    <a:pt x="311" y="145"/>
                    <a:pt x="311" y="145"/>
                  </a:cubicBezTo>
                  <a:cubicBezTo>
                    <a:pt x="311" y="179"/>
                    <a:pt x="311" y="179"/>
                    <a:pt x="311" y="179"/>
                  </a:cubicBezTo>
                  <a:cubicBezTo>
                    <a:pt x="326" y="179"/>
                    <a:pt x="326" y="179"/>
                    <a:pt x="326" y="179"/>
                  </a:cubicBezTo>
                  <a:cubicBezTo>
                    <a:pt x="326" y="139"/>
                    <a:pt x="326" y="139"/>
                    <a:pt x="326" y="139"/>
                  </a:cubicBezTo>
                  <a:cubicBezTo>
                    <a:pt x="288" y="117"/>
                    <a:pt x="288" y="117"/>
                    <a:pt x="288" y="117"/>
                  </a:cubicBezTo>
                  <a:lnTo>
                    <a:pt x="455" y="21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91"/>
            <p:cNvSpPr/>
            <p:nvPr/>
          </p:nvSpPr>
          <p:spPr>
            <a:xfrm>
              <a:off x="4610297" y="1321494"/>
              <a:ext cx="124973" cy="82644"/>
            </a:xfrm>
            <a:custGeom>
              <a:rect b="b" l="l" r="r" t="t"/>
              <a:pathLst>
                <a:path extrusionOk="0" h="41" w="62">
                  <a:moveTo>
                    <a:pt x="46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23" y="15"/>
                  </a:lnTo>
                  <a:lnTo>
                    <a:pt x="23" y="29"/>
                  </a:lnTo>
                  <a:lnTo>
                    <a:pt x="43" y="41"/>
                  </a:lnTo>
                  <a:lnTo>
                    <a:pt x="62" y="9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91"/>
            <p:cNvSpPr/>
            <p:nvPr/>
          </p:nvSpPr>
          <p:spPr>
            <a:xfrm>
              <a:off x="4678831" y="1240867"/>
              <a:ext cx="90705" cy="38299"/>
            </a:xfrm>
            <a:custGeom>
              <a:rect b="b" l="l" r="r" t="t"/>
              <a:pathLst>
                <a:path extrusionOk="0" h="19" w="45">
                  <a:moveTo>
                    <a:pt x="45" y="0"/>
                  </a:moveTo>
                  <a:lnTo>
                    <a:pt x="45" y="19"/>
                  </a:lnTo>
                  <a:lnTo>
                    <a:pt x="0" y="19"/>
                  </a:lnTo>
                  <a:lnTo>
                    <a:pt x="0" y="7"/>
                  </a:lnTo>
                  <a:lnTo>
                    <a:pt x="12" y="0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91"/>
            <p:cNvSpPr/>
            <p:nvPr/>
          </p:nvSpPr>
          <p:spPr>
            <a:xfrm>
              <a:off x="4608282" y="1279164"/>
              <a:ext cx="161255" cy="60471"/>
            </a:xfrm>
            <a:custGeom>
              <a:rect b="b" l="l" r="r" t="t"/>
              <a:pathLst>
                <a:path extrusionOk="0" h="30" w="80">
                  <a:moveTo>
                    <a:pt x="35" y="0"/>
                  </a:moveTo>
                  <a:lnTo>
                    <a:pt x="35" y="6"/>
                  </a:lnTo>
                  <a:lnTo>
                    <a:pt x="9" y="6"/>
                  </a:lnTo>
                  <a:lnTo>
                    <a:pt x="0" y="21"/>
                  </a:lnTo>
                  <a:lnTo>
                    <a:pt x="47" y="21"/>
                  </a:lnTo>
                  <a:lnTo>
                    <a:pt x="63" y="30"/>
                  </a:lnTo>
                  <a:lnTo>
                    <a:pt x="80" y="20"/>
                  </a:lnTo>
                  <a:lnTo>
                    <a:pt x="80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91"/>
            <p:cNvSpPr/>
            <p:nvPr/>
          </p:nvSpPr>
          <p:spPr>
            <a:xfrm>
              <a:off x="4646580" y="1442436"/>
              <a:ext cx="443452" cy="233820"/>
            </a:xfrm>
            <a:custGeom>
              <a:rect b="b" l="l" r="r" t="t"/>
              <a:pathLst>
                <a:path extrusionOk="0" h="116" w="220">
                  <a:moveTo>
                    <a:pt x="220" y="39"/>
                  </a:moveTo>
                  <a:lnTo>
                    <a:pt x="220" y="76"/>
                  </a:lnTo>
                  <a:lnTo>
                    <a:pt x="193" y="76"/>
                  </a:lnTo>
                  <a:lnTo>
                    <a:pt x="176" y="86"/>
                  </a:lnTo>
                  <a:lnTo>
                    <a:pt x="167" y="86"/>
                  </a:lnTo>
                  <a:lnTo>
                    <a:pt x="167" y="109"/>
                  </a:lnTo>
                  <a:lnTo>
                    <a:pt x="180" y="116"/>
                  </a:lnTo>
                  <a:lnTo>
                    <a:pt x="154" y="116"/>
                  </a:lnTo>
                  <a:lnTo>
                    <a:pt x="139" y="92"/>
                  </a:lnTo>
                  <a:lnTo>
                    <a:pt x="97" y="92"/>
                  </a:lnTo>
                  <a:lnTo>
                    <a:pt x="97" y="76"/>
                  </a:lnTo>
                  <a:lnTo>
                    <a:pt x="67" y="59"/>
                  </a:lnTo>
                  <a:lnTo>
                    <a:pt x="57" y="66"/>
                  </a:lnTo>
                  <a:lnTo>
                    <a:pt x="0" y="66"/>
                  </a:lnTo>
                  <a:lnTo>
                    <a:pt x="0" y="65"/>
                  </a:lnTo>
                  <a:lnTo>
                    <a:pt x="0" y="46"/>
                  </a:lnTo>
                  <a:lnTo>
                    <a:pt x="27" y="30"/>
                  </a:lnTo>
                  <a:lnTo>
                    <a:pt x="19" y="16"/>
                  </a:lnTo>
                  <a:lnTo>
                    <a:pt x="25" y="6"/>
                  </a:lnTo>
                  <a:lnTo>
                    <a:pt x="52" y="6"/>
                  </a:lnTo>
                  <a:lnTo>
                    <a:pt x="63" y="12"/>
                  </a:lnTo>
                  <a:lnTo>
                    <a:pt x="100" y="12"/>
                  </a:lnTo>
                  <a:lnTo>
                    <a:pt x="122" y="0"/>
                  </a:lnTo>
                  <a:lnTo>
                    <a:pt x="142" y="0"/>
                  </a:lnTo>
                  <a:lnTo>
                    <a:pt x="159" y="29"/>
                  </a:lnTo>
                  <a:lnTo>
                    <a:pt x="202" y="29"/>
                  </a:lnTo>
                  <a:lnTo>
                    <a:pt x="220" y="39"/>
                  </a:lnTo>
                  <a:close/>
                  <a:moveTo>
                    <a:pt x="97" y="92"/>
                  </a:moveTo>
                  <a:lnTo>
                    <a:pt x="85" y="92"/>
                  </a:lnTo>
                  <a:lnTo>
                    <a:pt x="85" y="113"/>
                  </a:lnTo>
                  <a:lnTo>
                    <a:pt x="97" y="113"/>
                  </a:lnTo>
                  <a:lnTo>
                    <a:pt x="97" y="92"/>
                  </a:lnTo>
                  <a:close/>
                </a:path>
              </a:pathLst>
            </a:custGeom>
            <a:solidFill>
              <a:srgbClr val="5BBEFF">
                <a:alpha val="25880"/>
              </a:srgbClr>
            </a:solidFill>
            <a:ln>
              <a:noFill/>
            </a:ln>
          </p:spPr>
          <p:txBody>
            <a:bodyPr anchorCtr="0" anchor="t" bIns="32850" lIns="65725" spcFirstLastPara="1" rIns="65725" wrap="square" tIns="3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9">
                <a:solidFill>
                  <a:srgbClr val="0044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1" name="Google Shape;631;p91"/>
          <p:cNvSpPr/>
          <p:nvPr/>
        </p:nvSpPr>
        <p:spPr>
          <a:xfrm>
            <a:off x="667825" y="1106827"/>
            <a:ext cx="2505000" cy="1254600"/>
          </a:xfrm>
          <a:prstGeom prst="roundRect">
            <a:avLst>
              <a:gd fmla="val 1776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Ocho incidencias y trece comentarios convergen en problemas de rendimiento relacionados con consultas y estados de cuenta.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2" name="Google Shape;632;p91"/>
          <p:cNvSpPr/>
          <p:nvPr/>
        </p:nvSpPr>
        <p:spPr>
          <a:xfrm>
            <a:off x="792803" y="996152"/>
            <a:ext cx="2101500" cy="183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</a:t>
            </a:r>
            <a:r>
              <a:rPr b="1" lang="e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Dieciocho vínculos validados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" name="Google Shape;633;p91"/>
          <p:cNvSpPr/>
          <p:nvPr/>
        </p:nvSpPr>
        <p:spPr>
          <a:xfrm>
            <a:off x="344875" y="4455996"/>
            <a:ext cx="8565000" cy="549600"/>
          </a:xfrm>
          <a:prstGeom prst="roundRect">
            <a:avLst>
              <a:gd fmla="val 12218" name="adj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La mejora del NPS convive con fricciones concretas; la evidencia causal orienta dónde actuar primero sin sustituir la validación posterior.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634" name="Google Shape;634;p91" title="La_Vela_21 (2)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6576" r="13594" t="0"/>
          <a:stretch/>
        </p:blipFill>
        <p:spPr>
          <a:xfrm>
            <a:off x="6487150" y="894650"/>
            <a:ext cx="2322300" cy="3110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635" name="Google Shape;635;p91"/>
          <p:cNvSpPr/>
          <p:nvPr/>
        </p:nvSpPr>
        <p:spPr>
          <a:xfrm>
            <a:off x="3342921" y="1106827"/>
            <a:ext cx="2505000" cy="1254600"/>
          </a:xfrm>
          <a:prstGeom prst="roundRect">
            <a:avLst>
              <a:gd fmla="val 1776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El escenario presenta una probabilidad de detracción del 25,48% y una confianza de 0,26 según el análisis original.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6" name="Google Shape;636;p91"/>
          <p:cNvSpPr/>
          <p:nvPr/>
        </p:nvSpPr>
        <p:spPr>
          <a:xfrm>
            <a:off x="3464603" y="996152"/>
            <a:ext cx="2101500" cy="183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</a:t>
            </a:r>
            <a:r>
              <a:rPr b="1" lang="e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Detracción estimada en 25,48%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7" name="Google Shape;637;p91"/>
          <p:cNvSpPr/>
          <p:nvPr/>
        </p:nvSpPr>
        <p:spPr>
          <a:xfrm>
            <a:off x="653225" y="2685377"/>
            <a:ext cx="2505000" cy="1254600"/>
          </a:xfrm>
          <a:prstGeom prst="roundRect">
            <a:avLst>
              <a:gd fmla="val 1776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Las incidencias describen descargas incorrectas, consultas en proceso y periodos no disponibles para estados de cuenta.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91"/>
          <p:cNvSpPr/>
          <p:nvPr/>
        </p:nvSpPr>
        <p:spPr>
          <a:xfrm>
            <a:off x="778203" y="2574702"/>
            <a:ext cx="2101500" cy="183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</a:t>
            </a:r>
            <a:r>
              <a:rPr b="1" lang="e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Estados de cuenta como señal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" name="Google Shape;639;p91"/>
          <p:cNvSpPr/>
          <p:nvPr/>
        </p:nvSpPr>
        <p:spPr>
          <a:xfrm>
            <a:off x="3328321" y="2685377"/>
            <a:ext cx="2505000" cy="1254600"/>
          </a:xfrm>
          <a:prstGeom prst="roundRect">
            <a:avLst>
              <a:gd fmla="val 1776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Los tres journeys apuntan a una misma necesidad: asegurar acceso, continuidad operativa y rendimiento en momentos críticos.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" name="Google Shape;640;p91"/>
          <p:cNvSpPr/>
          <p:nvPr/>
        </p:nvSpPr>
        <p:spPr>
          <a:xfrm>
            <a:off x="3450003" y="2574702"/>
            <a:ext cx="2101500" cy="183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</a:t>
            </a:r>
            <a:r>
              <a:rPr b="1" lang="e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Prioridad transversal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1" name="Google Shape;641;p91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Rendimiento completa el mapa de detracción prioritario</a:t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BVA">
  <a:themeElements>
    <a:clrScheme name="Simple Light">
      <a:dk1>
        <a:srgbClr val="001391"/>
      </a:dk1>
      <a:lt1>
        <a:srgbClr val="FFFFFF"/>
      </a:lt1>
      <a:dk2>
        <a:srgbClr val="070E46"/>
      </a:dk2>
      <a:lt2>
        <a:srgbClr val="F7F8F8"/>
      </a:lt2>
      <a:accent1>
        <a:srgbClr val="85C8FF"/>
      </a:accent1>
      <a:accent2>
        <a:srgbClr val="000519"/>
      </a:accent2>
      <a:accent3>
        <a:srgbClr val="FFB56B"/>
      </a:accent3>
      <a:accent4>
        <a:srgbClr val="FFE761"/>
      </a:accent4>
      <a:accent5>
        <a:srgbClr val="88E783"/>
      </a:accent5>
      <a:accent6>
        <a:srgbClr val="9694FF"/>
      </a:accent6>
      <a:hlink>
        <a:srgbClr val="00139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BVA">
  <a:themeElements>
    <a:clrScheme name="Simple Light">
      <a:dk1>
        <a:srgbClr val="001391"/>
      </a:dk1>
      <a:lt1>
        <a:srgbClr val="FFFFFF"/>
      </a:lt1>
      <a:dk2>
        <a:srgbClr val="070E46"/>
      </a:dk2>
      <a:lt2>
        <a:srgbClr val="F7F8F8"/>
      </a:lt2>
      <a:accent1>
        <a:srgbClr val="85C8FF"/>
      </a:accent1>
      <a:accent2>
        <a:srgbClr val="000519"/>
      </a:accent2>
      <a:accent3>
        <a:srgbClr val="FFB56B"/>
      </a:accent3>
      <a:accent4>
        <a:srgbClr val="FFE761"/>
      </a:accent4>
      <a:accent5>
        <a:srgbClr val="88E783"/>
      </a:accent5>
      <a:accent6>
        <a:srgbClr val="9694FF"/>
      </a:accent6>
      <a:hlink>
        <a:srgbClr val="00139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BVA">
  <a:themeElements>
    <a:clrScheme name="Personalizado 12">
      <a:dk1>
        <a:srgbClr val="001391"/>
      </a:dk1>
      <a:lt1>
        <a:srgbClr val="FFFFFF"/>
      </a:lt1>
      <a:dk2>
        <a:srgbClr val="070E46"/>
      </a:dk2>
      <a:lt2>
        <a:srgbClr val="F7F8F8"/>
      </a:lt2>
      <a:accent1>
        <a:srgbClr val="85C8FF"/>
      </a:accent1>
      <a:accent2>
        <a:srgbClr val="000519"/>
      </a:accent2>
      <a:accent3>
        <a:srgbClr val="FFB56B"/>
      </a:accent3>
      <a:accent4>
        <a:srgbClr val="FFE761"/>
      </a:accent4>
      <a:accent5>
        <a:srgbClr val="88E783"/>
      </a:accent5>
      <a:accent6>
        <a:srgbClr val="9694FF"/>
      </a:accent6>
      <a:hlink>
        <a:srgbClr val="001391"/>
      </a:hlink>
      <a:folHlink>
        <a:srgbClr val="0013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BBVA">
  <a:themeElements>
    <a:clrScheme name="Simple Light">
      <a:dk1>
        <a:srgbClr val="001391"/>
      </a:dk1>
      <a:lt1>
        <a:srgbClr val="FFFFFF"/>
      </a:lt1>
      <a:dk2>
        <a:srgbClr val="060E46"/>
      </a:dk2>
      <a:lt2>
        <a:srgbClr val="F7F8F8"/>
      </a:lt2>
      <a:accent1>
        <a:srgbClr val="85C8FF"/>
      </a:accent1>
      <a:accent2>
        <a:srgbClr val="212121"/>
      </a:accent2>
      <a:accent3>
        <a:srgbClr val="FFB56B"/>
      </a:accent3>
      <a:accent4>
        <a:srgbClr val="FFE761"/>
      </a:accent4>
      <a:accent5>
        <a:srgbClr val="88E783"/>
      </a:accent5>
      <a:accent6>
        <a:srgbClr val="9694FF"/>
      </a:accent6>
      <a:hlink>
        <a:srgbClr val="00139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